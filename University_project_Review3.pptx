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4"/>
  </p:notesMasterIdLst>
  <p:sldIdLst>
    <p:sldId id="256" r:id="rId2"/>
    <p:sldId id="269" r:id="rId3"/>
    <p:sldId id="257" r:id="rId4"/>
    <p:sldId id="277" r:id="rId5"/>
    <p:sldId id="275" r:id="rId6"/>
    <p:sldId id="273" r:id="rId7"/>
    <p:sldId id="276" r:id="rId8"/>
    <p:sldId id="272" r:id="rId9"/>
    <p:sldId id="268" r:id="rId10"/>
    <p:sldId id="270" r:id="rId11"/>
    <p:sldId id="265" r:id="rId12"/>
    <p:sldId id="266"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651C3A-4460-11DB-9652-00E08161165F}">
  <a:tblStyle styleId="{57690726-49DA-4552-BDEB-330DD8EA8BD9}" styleName="Table_0">
    <a:wholeTbl>
      <a:tcTxStyle b="off" i="off">
        <a:font>
          <a:latin typeface="Bookman Old Style"/>
          <a:ea typeface="Bookman Old Style"/>
          <a:cs typeface="Bookman Old Style"/>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0"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rtl="0">
              <a:spcBef>
                <a:spcPts val="0"/>
              </a:spcBef>
              <a:spcAft>
                <a:spcPts val="0"/>
              </a:spcAft>
              <a:buSzPts val="1100"/>
              <a:buChar char="●"/>
              <a:defRPr sz="1100"/>
            </a:lvl1pPr>
            <a:lvl2pPr marL="914400" lvl="1" indent="-298450" rtl="0">
              <a:spcBef>
                <a:spcPts val="0"/>
              </a:spcBef>
              <a:spcAft>
                <a:spcPts val="0"/>
              </a:spcAft>
              <a:buSzPts val="1100"/>
              <a:buChar char="○"/>
              <a:defRPr sz="1100"/>
            </a:lvl2pPr>
            <a:lvl3pPr marL="1371600" lvl="2" indent="-298450" rtl="0">
              <a:spcBef>
                <a:spcPts val="0"/>
              </a:spcBef>
              <a:spcAft>
                <a:spcPts val="0"/>
              </a:spcAft>
              <a:buSzPts val="1100"/>
              <a:buChar char="■"/>
              <a:defRPr sz="1100"/>
            </a:lvl3pPr>
            <a:lvl4pPr marL="1828800" lvl="3" indent="-298450" rtl="0">
              <a:spcBef>
                <a:spcPts val="0"/>
              </a:spcBef>
              <a:spcAft>
                <a:spcPts val="0"/>
              </a:spcAft>
              <a:buSzPts val="1100"/>
              <a:buChar char="●"/>
              <a:defRPr sz="1100"/>
            </a:lvl4pPr>
            <a:lvl5pPr marL="2286000" lvl="4" indent="-298450" rtl="0">
              <a:spcBef>
                <a:spcPts val="0"/>
              </a:spcBef>
              <a:spcAft>
                <a:spcPts val="0"/>
              </a:spcAft>
              <a:buSzPts val="1100"/>
              <a:buChar char="○"/>
              <a:defRPr sz="1100"/>
            </a:lvl5pPr>
            <a:lvl6pPr marL="2743200" lvl="5" indent="-298450" rtl="0">
              <a:spcBef>
                <a:spcPts val="0"/>
              </a:spcBef>
              <a:spcAft>
                <a:spcPts val="0"/>
              </a:spcAft>
              <a:buSzPts val="1100"/>
              <a:buChar char="■"/>
              <a:defRPr sz="1100"/>
            </a:lvl6pPr>
            <a:lvl7pPr marL="3200400" lvl="6" indent="-298450" rtl="0">
              <a:spcBef>
                <a:spcPts val="0"/>
              </a:spcBef>
              <a:spcAft>
                <a:spcPts val="0"/>
              </a:spcAft>
              <a:buSzPts val="1100"/>
              <a:buChar char="●"/>
              <a:defRPr sz="1100"/>
            </a:lvl7pPr>
            <a:lvl8pPr marL="3657600" lvl="7" indent="-298450" rtl="0">
              <a:spcBef>
                <a:spcPts val="0"/>
              </a:spcBef>
              <a:spcAft>
                <a:spcPts val="0"/>
              </a:spcAft>
              <a:buSzPts val="1100"/>
              <a:buChar char="○"/>
              <a:defRPr sz="1100"/>
            </a:lvl8pPr>
            <a:lvl9pPr marL="4114800" lvl="8" indent="-298450" rtl="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302169620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0140805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55291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832441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FFCF74FF-5F2A-5E58-E334-D4C48CA9EB0D}"/>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CECBB9D1-A6BC-6E9E-EF87-52E01A3E35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A341E79B-5EAA-A859-875C-81D079BD44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8390690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D9DC91AE-CBEA-CE3B-E01D-69565ACF1AFE}"/>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E6012111-1E68-FBCF-A42A-118F09CA9D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B73ABA0-B5E2-A307-2CC9-93146F3043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0589414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248305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499D33E5-015B-4010-A326-EE105B0A395B}"/>
            </a:ext>
          </a:extLst>
        </p:cNvPr>
        <p:cNvGrpSpPr/>
        <p:nvPr/>
      </p:nvGrpSpPr>
      <p:grpSpPr>
        <a:xfrm>
          <a:off x="0" y="0"/>
          <a:ext cx="0" cy="0"/>
          <a:chOff x="0" y="0"/>
          <a:chExt cx="0" cy="0"/>
        </a:xfrm>
      </p:grpSpPr>
      <p:sp>
        <p:nvSpPr>
          <p:cNvPr id="111" name="Google Shape;111;p5:notes">
            <a:extLst>
              <a:ext uri="{FF2B5EF4-FFF2-40B4-BE49-F238E27FC236}">
                <a16:creationId xmlns:a16="http://schemas.microsoft.com/office/drawing/2014/main" id="{7BE45ABD-2F84-DC22-C404-9CE0B914A5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a:extLst>
              <a:ext uri="{FF2B5EF4-FFF2-40B4-BE49-F238E27FC236}">
                <a16:creationId xmlns:a16="http://schemas.microsoft.com/office/drawing/2014/main" id="{9A9EB9BF-0BBE-813C-1B5E-629B58123A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9825782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0436789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667165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2155935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812431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584359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
          <p:cNvSpPr txBox="1">
            <a:spLocks noGrp="1"/>
          </p:cNvSpPr>
          <p:nvPr>
            <p:ph type="ctrTitle"/>
          </p:nvPr>
        </p:nvSpPr>
        <p:spPr>
          <a:xfrm>
            <a:off x="1050877" y="1322386"/>
            <a:ext cx="10363200" cy="14700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17365D"/>
              </a:buClr>
              <a:buSzPts val="2800"/>
              <a:buFont typeface="Verdana"/>
              <a:buNone/>
              <a:defRPr>
                <a:solidFill>
                  <a:srgbClr val="17365D"/>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 name="Google Shape;15;p2"/>
          <p:cNvSpPr txBox="1">
            <a:spLocks noGrp="1"/>
          </p:cNvSpPr>
          <p:nvPr>
            <p:ph type="subTitle" idx="1"/>
          </p:nvPr>
        </p:nvSpPr>
        <p:spPr>
          <a:xfrm>
            <a:off x="2032000" y="3326641"/>
            <a:ext cx="8534400" cy="1752600"/>
          </a:xfrm>
          <a:prstGeom prst="rect">
            <a:avLst/>
          </a:prstGeom>
          <a:noFill/>
          <a:ln>
            <a:noFill/>
          </a:ln>
        </p:spPr>
        <p:txBody>
          <a:bodyPr spcFirstLastPara="1" wrap="square" lIns="91425" tIns="45700" rIns="91425" bIns="45700" anchor="t" anchorCtr="0">
            <a:normAutofit/>
          </a:bodyPr>
          <a:lstStyle>
            <a:lvl1pPr lvl="0" algn="ctr" rtl="0">
              <a:spcBef>
                <a:spcPts val="400"/>
              </a:spcBef>
              <a:spcAft>
                <a:spcPts val="0"/>
              </a:spcAft>
              <a:buClr>
                <a:srgbClr val="17365D"/>
              </a:buClr>
              <a:buSzPts val="2000"/>
              <a:buNone/>
              <a:defRPr sz="2000" b="1">
                <a:solidFill>
                  <a:srgbClr val="17365D"/>
                </a:solidFill>
              </a:defRPr>
            </a:lvl1pPr>
            <a:lvl2pPr lvl="1" algn="ctr" rtl="0">
              <a:spcBef>
                <a:spcPts val="400"/>
              </a:spcBef>
              <a:spcAft>
                <a:spcPts val="0"/>
              </a:spcAft>
              <a:buClr>
                <a:srgbClr val="888888"/>
              </a:buClr>
              <a:buSzPts val="2000"/>
              <a:buNone/>
              <a:defRPr>
                <a:solidFill>
                  <a:srgbClr val="888888"/>
                </a:solidFill>
              </a:defRPr>
            </a:lvl2pPr>
            <a:lvl3pPr lvl="2" algn="ctr" rtl="0">
              <a:spcBef>
                <a:spcPts val="360"/>
              </a:spcBef>
              <a:spcAft>
                <a:spcPts val="0"/>
              </a:spcAft>
              <a:buClr>
                <a:srgbClr val="888888"/>
              </a:buClr>
              <a:buSzPts val="1800"/>
              <a:buNone/>
              <a:defRPr>
                <a:solidFill>
                  <a:srgbClr val="888888"/>
                </a:solidFill>
              </a:defRPr>
            </a:lvl3pPr>
            <a:lvl4pPr lvl="3" algn="ctr" rtl="0">
              <a:spcBef>
                <a:spcPts val="320"/>
              </a:spcBef>
              <a:spcAft>
                <a:spcPts val="0"/>
              </a:spcAft>
              <a:buClr>
                <a:srgbClr val="888888"/>
              </a:buClr>
              <a:buSzPts val="1600"/>
              <a:buNone/>
              <a:defRPr>
                <a:solidFill>
                  <a:srgbClr val="888888"/>
                </a:solidFill>
              </a:defRPr>
            </a:lvl4pPr>
            <a:lvl5pPr lvl="4" algn="ctr" rtl="0">
              <a:spcBef>
                <a:spcPts val="320"/>
              </a:spcBef>
              <a:spcAft>
                <a:spcPts val="0"/>
              </a:spcAft>
              <a:buClr>
                <a:srgbClr val="888888"/>
              </a:buClr>
              <a:buSzPts val="1600"/>
              <a:buNone/>
              <a:defRPr>
                <a:solidFill>
                  <a:srgbClr val="888888"/>
                </a:solidFill>
              </a:defRPr>
            </a:lvl5pPr>
            <a:lvl6pPr lvl="5" algn="ctr" rtl="0">
              <a:spcBef>
                <a:spcPts val="400"/>
              </a:spcBef>
              <a:spcAft>
                <a:spcPts val="0"/>
              </a:spcAft>
              <a:buClr>
                <a:srgbClr val="888888"/>
              </a:buClr>
              <a:buSzPts val="2000"/>
              <a:buNone/>
              <a:defRPr>
                <a:solidFill>
                  <a:srgbClr val="888888"/>
                </a:solidFill>
              </a:defRPr>
            </a:lvl6pPr>
            <a:lvl7pPr lvl="6" algn="ctr" rtl="0">
              <a:spcBef>
                <a:spcPts val="400"/>
              </a:spcBef>
              <a:spcAft>
                <a:spcPts val="0"/>
              </a:spcAft>
              <a:buClr>
                <a:srgbClr val="888888"/>
              </a:buClr>
              <a:buSzPts val="2000"/>
              <a:buNone/>
              <a:defRPr>
                <a:solidFill>
                  <a:srgbClr val="888888"/>
                </a:solidFill>
              </a:defRPr>
            </a:lvl7pPr>
            <a:lvl8pPr lvl="7" algn="ctr" rtl="0">
              <a:spcBef>
                <a:spcPts val="400"/>
              </a:spcBef>
              <a:spcAft>
                <a:spcPts val="0"/>
              </a:spcAft>
              <a:buClr>
                <a:srgbClr val="888888"/>
              </a:buClr>
              <a:buSzPts val="2000"/>
              <a:buNone/>
              <a:defRPr>
                <a:solidFill>
                  <a:srgbClr val="888888"/>
                </a:solidFill>
              </a:defRPr>
            </a:lvl8pPr>
            <a:lvl9pPr lvl="8" algn="ctr" rtl="0">
              <a:spcBef>
                <a:spcPts val="400"/>
              </a:spcBef>
              <a:spcAft>
                <a:spcPts val="0"/>
              </a:spcAft>
              <a:buClr>
                <a:srgbClr val="888888"/>
              </a:buClr>
              <a:buSzPts val="2000"/>
              <a:buNone/>
              <a:defRPr>
                <a:solidFill>
                  <a:srgbClr val="888888"/>
                </a:solidFill>
              </a:defRPr>
            </a:lvl9pPr>
          </a:lstStyle>
          <a:p>
            <a:endParaRPr/>
          </a:p>
        </p:txBody>
      </p:sp>
      <p:sp>
        <p:nvSpPr>
          <p:cNvPr id="16" name="Google Shape;16;p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17365D"/>
              </a:buClr>
              <a:buSzPts val="2800"/>
              <a:buFont typeface="Verdana"/>
              <a:buNone/>
              <a:defRPr>
                <a:solidFill>
                  <a:srgbClr val="17365D"/>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1" name="Google Shape;21;p3"/>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a:solidFill>
                  <a:schemeClr val="dk1"/>
                </a:solidFill>
              </a:defRPr>
            </a:lvl1pPr>
            <a:lvl2pPr marL="914400" lvl="1" indent="-355600" algn="l" rtl="0">
              <a:spcBef>
                <a:spcPts val="400"/>
              </a:spcBef>
              <a:spcAft>
                <a:spcPts val="0"/>
              </a:spcAft>
              <a:buClr>
                <a:schemeClr val="dk1"/>
              </a:buClr>
              <a:buSzPts val="2000"/>
              <a:buChar char="–"/>
              <a:defRPr>
                <a:solidFill>
                  <a:schemeClr val="dk1"/>
                </a:solidFill>
              </a:defRPr>
            </a:lvl2pPr>
            <a:lvl3pPr marL="1371600" lvl="2" indent="-342900" algn="l" rtl="0">
              <a:spcBef>
                <a:spcPts val="360"/>
              </a:spcBef>
              <a:spcAft>
                <a:spcPts val="0"/>
              </a:spcAft>
              <a:buClr>
                <a:schemeClr val="dk1"/>
              </a:buClr>
              <a:buSzPts val="1800"/>
              <a:buChar char="•"/>
              <a:defRPr>
                <a:solidFill>
                  <a:schemeClr val="dk1"/>
                </a:solidFill>
              </a:defRPr>
            </a:lvl3pPr>
            <a:lvl4pPr marL="1828800" lvl="3" indent="-330200" algn="l" rtl="0">
              <a:spcBef>
                <a:spcPts val="320"/>
              </a:spcBef>
              <a:spcAft>
                <a:spcPts val="0"/>
              </a:spcAft>
              <a:buClr>
                <a:schemeClr val="dk1"/>
              </a:buClr>
              <a:buSzPts val="1600"/>
              <a:buChar char="–"/>
              <a:defRPr>
                <a:solidFill>
                  <a:schemeClr val="dk1"/>
                </a:solidFill>
              </a:defRPr>
            </a:lvl4pPr>
            <a:lvl5pPr marL="2286000" lvl="4" indent="-330200" algn="l" rtl="0">
              <a:spcBef>
                <a:spcPts val="320"/>
              </a:spcBef>
              <a:spcAft>
                <a:spcPts val="0"/>
              </a:spcAft>
              <a:buClr>
                <a:schemeClr val="dk1"/>
              </a:buClr>
              <a:buSzPts val="1600"/>
              <a:buChar char="»"/>
              <a:defRPr>
                <a:solidFill>
                  <a:schemeClr val="dk1"/>
                </a:solidFill>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22" name="Google Shape;22;p3"/>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963084" y="4406903"/>
            <a:ext cx="10363200" cy="1362000"/>
          </a:xfrm>
          <a:prstGeom prst="rect">
            <a:avLst/>
          </a:prstGeom>
          <a:noFill/>
          <a:ln>
            <a:noFill/>
          </a:ln>
        </p:spPr>
        <p:txBody>
          <a:bodyPr spcFirstLastPara="1" wrap="square" lIns="91425" tIns="45700" rIns="91425" bIns="45700" anchor="t" anchorCtr="0">
            <a:noAutofit/>
          </a:bodyPr>
          <a:lstStyle>
            <a:lvl1pPr lvl="0" algn="l" rtl="0">
              <a:spcBef>
                <a:spcPts val="0"/>
              </a:spcBef>
              <a:spcAft>
                <a:spcPts val="0"/>
              </a:spcAft>
              <a:buClr>
                <a:srgbClr val="FF0000"/>
              </a:buClr>
              <a:buSzPts val="4000"/>
              <a:buFont typeface="Verdana"/>
              <a:buNone/>
              <a:defRPr sz="4000" b="1" cap="none"/>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963084" y="2906713"/>
            <a:ext cx="10363200" cy="1500300"/>
          </a:xfrm>
          <a:prstGeom prst="rect">
            <a:avLst/>
          </a:prstGeom>
          <a:noFill/>
          <a:ln>
            <a:noFill/>
          </a:ln>
        </p:spPr>
        <p:txBody>
          <a:bodyPr spcFirstLastPara="1" wrap="square" lIns="91425" tIns="45700" rIns="91425" bIns="45700" anchor="b" anchorCtr="0">
            <a:normAutofit/>
          </a:bodyPr>
          <a:lstStyle>
            <a:lvl1pPr marL="457200" lvl="0" indent="-228600" algn="l" rtl="0">
              <a:spcBef>
                <a:spcPts val="400"/>
              </a:spcBef>
              <a:spcAft>
                <a:spcPts val="0"/>
              </a:spcAft>
              <a:buClr>
                <a:srgbClr val="888888"/>
              </a:buClr>
              <a:buSzPts val="2000"/>
              <a:buNone/>
              <a:defRPr sz="2000">
                <a:solidFill>
                  <a:srgbClr val="888888"/>
                </a:solidFill>
              </a:defRPr>
            </a:lvl1pPr>
            <a:lvl2pPr marL="914400" lvl="1" indent="-228600" algn="l" rtl="0">
              <a:spcBef>
                <a:spcPts val="360"/>
              </a:spcBef>
              <a:spcAft>
                <a:spcPts val="0"/>
              </a:spcAft>
              <a:buClr>
                <a:srgbClr val="888888"/>
              </a:buClr>
              <a:buSzPts val="1800"/>
              <a:buNone/>
              <a:defRPr sz="1800">
                <a:solidFill>
                  <a:srgbClr val="888888"/>
                </a:solidFill>
              </a:defRPr>
            </a:lvl2pPr>
            <a:lvl3pPr marL="1371600" lvl="2" indent="-228600" algn="l" rtl="0">
              <a:spcBef>
                <a:spcPts val="320"/>
              </a:spcBef>
              <a:spcAft>
                <a:spcPts val="0"/>
              </a:spcAft>
              <a:buClr>
                <a:srgbClr val="888888"/>
              </a:buClr>
              <a:buSzPts val="1600"/>
              <a:buNone/>
              <a:defRPr sz="1600">
                <a:solidFill>
                  <a:srgbClr val="888888"/>
                </a:solidFill>
              </a:defRPr>
            </a:lvl3pPr>
            <a:lvl4pPr marL="1828800" lvl="3" indent="-228600" algn="l" rtl="0">
              <a:spcBef>
                <a:spcPts val="280"/>
              </a:spcBef>
              <a:spcAft>
                <a:spcPts val="0"/>
              </a:spcAft>
              <a:buClr>
                <a:srgbClr val="888888"/>
              </a:buClr>
              <a:buSzPts val="1400"/>
              <a:buNone/>
              <a:defRPr sz="1400">
                <a:solidFill>
                  <a:srgbClr val="888888"/>
                </a:solidFill>
              </a:defRPr>
            </a:lvl4pPr>
            <a:lvl5pPr marL="2286000" lvl="4" indent="-228600" algn="l" rtl="0">
              <a:spcBef>
                <a:spcPts val="280"/>
              </a:spcBef>
              <a:spcAft>
                <a:spcPts val="0"/>
              </a:spcAft>
              <a:buClr>
                <a:srgbClr val="888888"/>
              </a:buClr>
              <a:buSzPts val="1400"/>
              <a:buNone/>
              <a:defRPr sz="1400">
                <a:solidFill>
                  <a:srgbClr val="888888"/>
                </a:solidFill>
              </a:defRPr>
            </a:lvl5pPr>
            <a:lvl6pPr marL="2743200" lvl="5" indent="-228600" algn="l" rtl="0">
              <a:spcBef>
                <a:spcPts val="280"/>
              </a:spcBef>
              <a:spcAft>
                <a:spcPts val="0"/>
              </a:spcAft>
              <a:buClr>
                <a:srgbClr val="888888"/>
              </a:buClr>
              <a:buSzPts val="1400"/>
              <a:buNone/>
              <a:defRPr sz="1400">
                <a:solidFill>
                  <a:srgbClr val="888888"/>
                </a:solidFill>
              </a:defRPr>
            </a:lvl6pPr>
            <a:lvl7pPr marL="3200400" lvl="6" indent="-228600" algn="l" rtl="0">
              <a:spcBef>
                <a:spcPts val="280"/>
              </a:spcBef>
              <a:spcAft>
                <a:spcPts val="0"/>
              </a:spcAft>
              <a:buClr>
                <a:srgbClr val="888888"/>
              </a:buClr>
              <a:buSzPts val="1400"/>
              <a:buNone/>
              <a:defRPr sz="1400">
                <a:solidFill>
                  <a:srgbClr val="888888"/>
                </a:solidFill>
              </a:defRPr>
            </a:lvl7pPr>
            <a:lvl8pPr marL="3657600" lvl="7" indent="-228600" algn="l" rtl="0">
              <a:spcBef>
                <a:spcPts val="280"/>
              </a:spcBef>
              <a:spcAft>
                <a:spcPts val="0"/>
              </a:spcAft>
              <a:buClr>
                <a:srgbClr val="888888"/>
              </a:buClr>
              <a:buSzPts val="1400"/>
              <a:buNone/>
              <a:defRPr sz="1400">
                <a:solidFill>
                  <a:srgbClr val="888888"/>
                </a:solidFill>
              </a:defRPr>
            </a:lvl8pPr>
            <a:lvl9pPr marL="4114800" lvl="8" indent="-228600" algn="l" rtl="0">
              <a:spcBef>
                <a:spcPts val="280"/>
              </a:spcBef>
              <a:spcAft>
                <a:spcPts val="0"/>
              </a:spcAft>
              <a:buClr>
                <a:srgbClr val="888888"/>
              </a:buClr>
              <a:buSzPts val="1400"/>
              <a:buNone/>
              <a:defRPr sz="1400">
                <a:solidFill>
                  <a:srgbClr val="888888"/>
                </a:solidFill>
              </a:defRPr>
            </a:lvl9pPr>
          </a:lstStyle>
          <a:p>
            <a:endParaRPr/>
          </a:p>
        </p:txBody>
      </p:sp>
      <p:sp>
        <p:nvSpPr>
          <p:cNvPr id="28" name="Google Shape;28;p4"/>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2800"/>
              <a:buFont typeface="Verdana"/>
              <a:buNone/>
              <a:defRPr>
                <a:solidFill>
                  <a:srgbClr val="FF0000"/>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609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34" name="Google Shape;34;p5"/>
          <p:cNvSpPr txBox="1">
            <a:spLocks noGrp="1"/>
          </p:cNvSpPr>
          <p:nvPr>
            <p:ph type="body" idx="2"/>
          </p:nvPr>
        </p:nvSpPr>
        <p:spPr>
          <a:xfrm>
            <a:off x="6197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35" name="Google Shape;35;p5"/>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59368" y="304800"/>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2800"/>
              <a:buFont typeface="Verdana"/>
              <a:buNone/>
              <a:defRPr>
                <a:solidFill>
                  <a:srgbClr val="FF0000"/>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0" name="Google Shape;40;p6"/>
          <p:cNvSpPr txBox="1">
            <a:spLocks noGrp="1"/>
          </p:cNvSpPr>
          <p:nvPr>
            <p:ph type="body" idx="1"/>
          </p:nvPr>
        </p:nvSpPr>
        <p:spPr>
          <a:xfrm>
            <a:off x="609600" y="1535113"/>
            <a:ext cx="53868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41" name="Google Shape;41;p6"/>
          <p:cNvSpPr txBox="1">
            <a:spLocks noGrp="1"/>
          </p:cNvSpPr>
          <p:nvPr>
            <p:ph type="body" idx="2"/>
          </p:nvPr>
        </p:nvSpPr>
        <p:spPr>
          <a:xfrm>
            <a:off x="609600" y="2174875"/>
            <a:ext cx="53868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42" name="Google Shape;42;p6"/>
          <p:cNvSpPr txBox="1">
            <a:spLocks noGrp="1"/>
          </p:cNvSpPr>
          <p:nvPr>
            <p:ph type="body" idx="3"/>
          </p:nvPr>
        </p:nvSpPr>
        <p:spPr>
          <a:xfrm>
            <a:off x="6193369" y="1535113"/>
            <a:ext cx="53889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43" name="Google Shape;43;p6"/>
          <p:cNvSpPr txBox="1">
            <a:spLocks noGrp="1"/>
          </p:cNvSpPr>
          <p:nvPr>
            <p:ph type="body" idx="4"/>
          </p:nvPr>
        </p:nvSpPr>
        <p:spPr>
          <a:xfrm>
            <a:off x="6193369" y="2174875"/>
            <a:ext cx="53889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44" name="Google Shape;44;p6"/>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5" name="Google Shape;45;p6"/>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6" name="Google Shape;46;p6"/>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3860800" y="274638"/>
            <a:ext cx="77217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9" name="Google Shape;49;p7"/>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0" name="Google Shape;50;p7"/>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pic>
        <p:nvPicPr>
          <p:cNvPr id="52" name="Google Shape;52;p7" descr="C:\Users\AMMU\Desktop\Border.png"/>
          <p:cNvPicPr preferRelativeResize="0"/>
          <p:nvPr/>
        </p:nvPicPr>
        <p:blipFill rotWithShape="1">
          <a:blip r:embed="rId2">
            <a:alphaModFix/>
          </a:blip>
          <a:srcRect/>
          <a:stretch/>
        </p:blipFill>
        <p:spPr>
          <a:xfrm>
            <a:off x="2505209" y="139874"/>
            <a:ext cx="9686793" cy="69832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8"/>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5" name="Google Shape;55;p8"/>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6" name="Google Shape;56;p8"/>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7"/>
        <p:cNvGrpSpPr/>
        <p:nvPr/>
      </p:nvGrpSpPr>
      <p:grpSpPr>
        <a:xfrm>
          <a:off x="0" y="0"/>
          <a:ext cx="0" cy="0"/>
          <a:chOff x="0" y="0"/>
          <a:chExt cx="0" cy="0"/>
        </a:xfrm>
      </p:grpSpPr>
      <p:sp>
        <p:nvSpPr>
          <p:cNvPr id="58" name="Google Shape;58;p9"/>
          <p:cNvSpPr txBox="1">
            <a:spLocks noGrp="1"/>
          </p:cNvSpPr>
          <p:nvPr>
            <p:ph type="title"/>
          </p:nvPr>
        </p:nvSpPr>
        <p:spPr>
          <a:xfrm>
            <a:off x="609602" y="273050"/>
            <a:ext cx="4011000" cy="11622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Clr>
                <a:srgbClr val="FF0000"/>
              </a:buClr>
              <a:buSzPts val="2000"/>
              <a:buFont typeface="Verdana"/>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 name="Google Shape;59;p9"/>
          <p:cNvSpPr txBox="1">
            <a:spLocks noGrp="1"/>
          </p:cNvSpPr>
          <p:nvPr>
            <p:ph type="body" idx="1"/>
          </p:nvPr>
        </p:nvSpPr>
        <p:spPr>
          <a:xfrm>
            <a:off x="4766733" y="273053"/>
            <a:ext cx="6815700" cy="5853000"/>
          </a:xfrm>
          <a:prstGeom prst="rect">
            <a:avLst/>
          </a:prstGeom>
          <a:noFill/>
          <a:ln>
            <a:noFill/>
          </a:ln>
        </p:spPr>
        <p:txBody>
          <a:bodyPr spcFirstLastPara="1" wrap="square" lIns="91425" tIns="45700" rIns="91425" bIns="45700" anchor="t" anchorCtr="0">
            <a:normAutofit/>
          </a:bodyPr>
          <a:lstStyle>
            <a:lvl1pPr marL="457200" lvl="0" indent="-431800" algn="l" rtl="0">
              <a:spcBef>
                <a:spcPts val="640"/>
              </a:spcBef>
              <a:spcAft>
                <a:spcPts val="0"/>
              </a:spcAft>
              <a:buClr>
                <a:schemeClr val="dk1"/>
              </a:buClr>
              <a:buSzPts val="3200"/>
              <a:buChar char="•"/>
              <a:defRPr sz="3200"/>
            </a:lvl1pPr>
            <a:lvl2pPr marL="914400" lvl="1" indent="-406400" algn="l" rtl="0">
              <a:spcBef>
                <a:spcPts val="560"/>
              </a:spcBef>
              <a:spcAft>
                <a:spcPts val="0"/>
              </a:spcAft>
              <a:buClr>
                <a:schemeClr val="dk1"/>
              </a:buClr>
              <a:buSzPts val="2800"/>
              <a:buChar char="–"/>
              <a:defRPr sz="2800"/>
            </a:lvl2pPr>
            <a:lvl3pPr marL="1371600" lvl="2" indent="-381000" algn="l" rtl="0">
              <a:spcBef>
                <a:spcPts val="480"/>
              </a:spcBef>
              <a:spcAft>
                <a:spcPts val="0"/>
              </a:spcAft>
              <a:buClr>
                <a:schemeClr val="dk1"/>
              </a:buClr>
              <a:buSzPts val="2400"/>
              <a:buChar char="•"/>
              <a:defRPr sz="2400"/>
            </a:lvl3pPr>
            <a:lvl4pPr marL="1828800" lvl="3" indent="-355600" algn="l" rtl="0">
              <a:spcBef>
                <a:spcPts val="400"/>
              </a:spcBef>
              <a:spcAft>
                <a:spcPts val="0"/>
              </a:spcAft>
              <a:buClr>
                <a:schemeClr val="dk1"/>
              </a:buClr>
              <a:buSzPts val="2000"/>
              <a:buChar char="–"/>
              <a:defRPr sz="2000"/>
            </a:lvl4pPr>
            <a:lvl5pPr marL="2286000" lvl="4" indent="-355600" algn="l" rtl="0">
              <a:spcBef>
                <a:spcPts val="400"/>
              </a:spcBef>
              <a:spcAft>
                <a:spcPts val="0"/>
              </a:spcAft>
              <a:buClr>
                <a:schemeClr val="dk1"/>
              </a:buClr>
              <a:buSzPts val="2000"/>
              <a:buChar char="»"/>
              <a:defRPr sz="2000"/>
            </a:lvl5pPr>
            <a:lvl6pPr marL="2743200" lvl="5" indent="-355600" algn="l" rtl="0">
              <a:spcBef>
                <a:spcPts val="400"/>
              </a:spcBef>
              <a:spcAft>
                <a:spcPts val="0"/>
              </a:spcAft>
              <a:buClr>
                <a:schemeClr val="dk1"/>
              </a:buClr>
              <a:buSzPts val="2000"/>
              <a:buChar char="•"/>
              <a:defRPr sz="2000"/>
            </a:lvl6pPr>
            <a:lvl7pPr marL="3200400" lvl="6" indent="-355600" algn="l" rtl="0">
              <a:spcBef>
                <a:spcPts val="400"/>
              </a:spcBef>
              <a:spcAft>
                <a:spcPts val="0"/>
              </a:spcAft>
              <a:buClr>
                <a:schemeClr val="dk1"/>
              </a:buClr>
              <a:buSzPts val="2000"/>
              <a:buChar char="•"/>
              <a:defRPr sz="2000"/>
            </a:lvl7pPr>
            <a:lvl8pPr marL="3657600" lvl="7" indent="-355600" algn="l" rtl="0">
              <a:spcBef>
                <a:spcPts val="400"/>
              </a:spcBef>
              <a:spcAft>
                <a:spcPts val="0"/>
              </a:spcAft>
              <a:buClr>
                <a:schemeClr val="dk1"/>
              </a:buClr>
              <a:buSzPts val="2000"/>
              <a:buChar char="•"/>
              <a:defRPr sz="2000"/>
            </a:lvl8pPr>
            <a:lvl9pPr marL="4114800" lvl="8" indent="-355600" algn="l" rtl="0">
              <a:spcBef>
                <a:spcPts val="400"/>
              </a:spcBef>
              <a:spcAft>
                <a:spcPts val="0"/>
              </a:spcAft>
              <a:buClr>
                <a:schemeClr val="dk1"/>
              </a:buClr>
              <a:buSzPts val="2000"/>
              <a:buChar char="•"/>
              <a:defRPr sz="2000"/>
            </a:lvl9pPr>
          </a:lstStyle>
          <a:p>
            <a:endParaRPr/>
          </a:p>
        </p:txBody>
      </p:sp>
      <p:sp>
        <p:nvSpPr>
          <p:cNvPr id="60" name="Google Shape;60;p9"/>
          <p:cNvSpPr txBox="1">
            <a:spLocks noGrp="1"/>
          </p:cNvSpPr>
          <p:nvPr>
            <p:ph type="body" idx="2"/>
          </p:nvPr>
        </p:nvSpPr>
        <p:spPr>
          <a:xfrm>
            <a:off x="609602" y="1435103"/>
            <a:ext cx="4011000" cy="46911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61" name="Google Shape;61;p9"/>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2" name="Google Shape;62;p9"/>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3" name="Google Shape;63;p9"/>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4"/>
        <p:cNvGrpSpPr/>
        <p:nvPr/>
      </p:nvGrpSpPr>
      <p:grpSpPr>
        <a:xfrm>
          <a:off x="0" y="0"/>
          <a:ext cx="0" cy="0"/>
          <a:chOff x="0" y="0"/>
          <a:chExt cx="0" cy="0"/>
        </a:xfrm>
      </p:grpSpPr>
      <p:sp>
        <p:nvSpPr>
          <p:cNvPr id="65" name="Google Shape;65;p10"/>
          <p:cNvSpPr txBox="1">
            <a:spLocks noGrp="1"/>
          </p:cNvSpPr>
          <p:nvPr>
            <p:ph type="title"/>
          </p:nvPr>
        </p:nvSpPr>
        <p:spPr>
          <a:xfrm>
            <a:off x="2389717" y="4800600"/>
            <a:ext cx="7315200" cy="5667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Clr>
                <a:srgbClr val="FF0000"/>
              </a:buClr>
              <a:buSzPts val="2000"/>
              <a:buFont typeface="Verdana"/>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 name="Google Shape;66;p10"/>
          <p:cNvSpPr>
            <a:spLocks noGrp="1"/>
          </p:cNvSpPr>
          <p:nvPr>
            <p:ph type="pic" idx="2"/>
          </p:nvPr>
        </p:nvSpPr>
        <p:spPr>
          <a:xfrm>
            <a:off x="2389717" y="612775"/>
            <a:ext cx="7315200" cy="4114800"/>
          </a:xfrm>
          <a:prstGeom prst="rect">
            <a:avLst/>
          </a:prstGeom>
          <a:noFill/>
          <a:ln>
            <a:noFill/>
          </a:ln>
        </p:spPr>
        <p:txBody>
          <a:bodyPr/>
          <a:lstStyle/>
          <a:p>
            <a:endParaRPr lang="en-IN"/>
          </a:p>
        </p:txBody>
      </p:sp>
      <p:sp>
        <p:nvSpPr>
          <p:cNvPr id="67" name="Google Shape;67;p10"/>
          <p:cNvSpPr txBox="1">
            <a:spLocks noGrp="1"/>
          </p:cNvSpPr>
          <p:nvPr>
            <p:ph type="body" idx="1"/>
          </p:nvPr>
        </p:nvSpPr>
        <p:spPr>
          <a:xfrm>
            <a:off x="2389717" y="5367338"/>
            <a:ext cx="7315200" cy="8049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68" name="Google Shape;68;p10"/>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9" name="Google Shape;69;p10"/>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0" name="Google Shape;70;p10"/>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1"/>
        <p:cNvGrpSpPr/>
        <p:nvPr/>
      </p:nvGrpSpPr>
      <p:grpSpPr>
        <a:xfrm>
          <a:off x="0" y="0"/>
          <a:ext cx="0" cy="0"/>
          <a:chOff x="0" y="0"/>
          <a:chExt cx="0" cy="0"/>
        </a:xfrm>
      </p:grpSpPr>
      <p:sp>
        <p:nvSpPr>
          <p:cNvPr id="72" name="Google Shape;72;p1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1"/>
          <p:cNvSpPr txBox="1">
            <a:spLocks noGrp="1"/>
          </p:cNvSpPr>
          <p:nvPr>
            <p:ph type="body" idx="1"/>
          </p:nvPr>
        </p:nvSpPr>
        <p:spPr>
          <a:xfrm rot="5400000">
            <a:off x="3670300" y="-1714499"/>
            <a:ext cx="4953000" cy="106680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74" name="Google Shape;74;p1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5" name="Google Shape;75;p1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 name="Google Shape;76;p1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7"/>
        <p:cNvGrpSpPr/>
        <p:nvPr/>
      </p:nvGrpSpPr>
      <p:grpSpPr>
        <a:xfrm>
          <a:off x="0" y="0"/>
          <a:ext cx="0" cy="0"/>
          <a:chOff x="0" y="0"/>
          <a:chExt cx="0" cy="0"/>
        </a:xfrm>
      </p:grpSpPr>
      <p:sp>
        <p:nvSpPr>
          <p:cNvPr id="78" name="Google Shape;78;p12"/>
          <p:cNvSpPr txBox="1">
            <a:spLocks noGrp="1"/>
          </p:cNvSpPr>
          <p:nvPr>
            <p:ph type="title"/>
          </p:nvPr>
        </p:nvSpPr>
        <p:spPr>
          <a:xfrm rot="5400000">
            <a:off x="7285050" y="1828791"/>
            <a:ext cx="5851500" cy="27432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 name="Google Shape;79;p12"/>
          <p:cNvSpPr txBox="1">
            <a:spLocks noGrp="1"/>
          </p:cNvSpPr>
          <p:nvPr>
            <p:ph type="body" idx="1"/>
          </p:nvPr>
        </p:nvSpPr>
        <p:spPr>
          <a:xfrm rot="5400000">
            <a:off x="1697000" y="-812859"/>
            <a:ext cx="5851500" cy="80265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80" name="Google Shape;80;p1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 name="Google Shape;81;p1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 name="Google Shape;82;p1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Clr>
                <a:srgbClr val="FF0000"/>
              </a:buClr>
              <a:buSzPts val="2800"/>
              <a:buFont typeface="Verdana"/>
              <a:buNone/>
              <a:defRPr sz="2800" b="1" i="0" u="none" strike="noStrike" cap="none">
                <a:solidFill>
                  <a:srgbClr val="FF0000"/>
                </a:solidFill>
                <a:latin typeface="Verdana"/>
                <a:ea typeface="Verdana"/>
                <a:cs typeface="Verdana"/>
                <a:sym typeface="Verdan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marR="0" lvl="0" indent="-381000" algn="l" rtl="0">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8" name="Google Shape;8;p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Verdana"/>
                <a:ea typeface="Verdana"/>
                <a:cs typeface="Verdana"/>
                <a:sym typeface="Verdana"/>
              </a:defRPr>
            </a:lvl1pPr>
            <a:lvl2pPr marR="0" lvl="1"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2pPr>
            <a:lvl3pPr marR="0" lvl="2"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3pPr>
            <a:lvl4pPr marR="0" lvl="3"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4pPr>
            <a:lvl5pPr marR="0" lvl="4"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5pPr>
            <a:lvl6pPr marR="0" lvl="5"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6pPr>
            <a:lvl7pPr marR="0" lvl="6"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7pPr>
            <a:lvl8pPr marR="0" lvl="7"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8pPr>
            <a:lvl9pPr marR="0" lvl="8"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9" name="Google Shape;9;p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Verdana"/>
                <a:ea typeface="Verdana"/>
                <a:cs typeface="Verdana"/>
                <a:sym typeface="Verdana"/>
              </a:defRPr>
            </a:lvl1pPr>
            <a:lvl2pPr marR="0" lvl="1"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2pPr>
            <a:lvl3pPr marR="0" lvl="2"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3pPr>
            <a:lvl4pPr marR="0" lvl="3"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4pPr>
            <a:lvl5pPr marR="0" lvl="4"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5pPr>
            <a:lvl6pPr marR="0" lvl="5"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6pPr>
            <a:lvl7pPr marR="0" lvl="6"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7pPr>
            <a:lvl8pPr marR="0" lvl="7"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8pPr>
            <a:lvl9pPr marR="0" lvl="8"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10" name="Google Shape;10;p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Verdana"/>
                <a:ea typeface="Verdana"/>
                <a:cs typeface="Verdana"/>
                <a:sym typeface="Verdana"/>
              </a:defRPr>
            </a:lvl1pPr>
            <a:lvl2pPr marL="0" marR="0" lvl="1" indent="0" algn="r" rtl="0">
              <a:spcBef>
                <a:spcPts val="0"/>
              </a:spcBef>
              <a:buNone/>
              <a:defRPr sz="1200" b="0" i="0" u="none" strike="noStrike" cap="none">
                <a:solidFill>
                  <a:srgbClr val="888888"/>
                </a:solidFill>
                <a:latin typeface="Verdana"/>
                <a:ea typeface="Verdana"/>
                <a:cs typeface="Verdana"/>
                <a:sym typeface="Verdana"/>
              </a:defRPr>
            </a:lvl2pPr>
            <a:lvl3pPr marL="0" marR="0" lvl="2" indent="0" algn="r" rtl="0">
              <a:spcBef>
                <a:spcPts val="0"/>
              </a:spcBef>
              <a:buNone/>
              <a:defRPr sz="1200" b="0" i="0" u="none" strike="noStrike" cap="none">
                <a:solidFill>
                  <a:srgbClr val="888888"/>
                </a:solidFill>
                <a:latin typeface="Verdana"/>
                <a:ea typeface="Verdana"/>
                <a:cs typeface="Verdana"/>
                <a:sym typeface="Verdana"/>
              </a:defRPr>
            </a:lvl3pPr>
            <a:lvl4pPr marL="0" marR="0" lvl="3" indent="0" algn="r" rtl="0">
              <a:spcBef>
                <a:spcPts val="0"/>
              </a:spcBef>
              <a:buNone/>
              <a:defRPr sz="1200" b="0" i="0" u="none" strike="noStrike" cap="none">
                <a:solidFill>
                  <a:srgbClr val="888888"/>
                </a:solidFill>
                <a:latin typeface="Verdana"/>
                <a:ea typeface="Verdana"/>
                <a:cs typeface="Verdana"/>
                <a:sym typeface="Verdana"/>
              </a:defRPr>
            </a:lvl4pPr>
            <a:lvl5pPr marL="0" marR="0" lvl="4" indent="0" algn="r" rtl="0">
              <a:spcBef>
                <a:spcPts val="0"/>
              </a:spcBef>
              <a:buNone/>
              <a:defRPr sz="1200" b="0" i="0" u="none" strike="noStrike" cap="none">
                <a:solidFill>
                  <a:srgbClr val="888888"/>
                </a:solidFill>
                <a:latin typeface="Verdana"/>
                <a:ea typeface="Verdana"/>
                <a:cs typeface="Verdana"/>
                <a:sym typeface="Verdana"/>
              </a:defRPr>
            </a:lvl5pPr>
            <a:lvl6pPr marL="0" marR="0" lvl="5" indent="0" algn="r" rtl="0">
              <a:spcBef>
                <a:spcPts val="0"/>
              </a:spcBef>
              <a:buNone/>
              <a:defRPr sz="1200" b="0" i="0" u="none" strike="noStrike" cap="none">
                <a:solidFill>
                  <a:srgbClr val="888888"/>
                </a:solidFill>
                <a:latin typeface="Verdana"/>
                <a:ea typeface="Verdana"/>
                <a:cs typeface="Verdana"/>
                <a:sym typeface="Verdana"/>
              </a:defRPr>
            </a:lvl6pPr>
            <a:lvl7pPr marL="0" marR="0" lvl="6" indent="0" algn="r" rtl="0">
              <a:spcBef>
                <a:spcPts val="0"/>
              </a:spcBef>
              <a:buNone/>
              <a:defRPr sz="1200" b="0" i="0" u="none" strike="noStrike" cap="none">
                <a:solidFill>
                  <a:srgbClr val="888888"/>
                </a:solidFill>
                <a:latin typeface="Verdana"/>
                <a:ea typeface="Verdana"/>
                <a:cs typeface="Verdana"/>
                <a:sym typeface="Verdana"/>
              </a:defRPr>
            </a:lvl7pPr>
            <a:lvl8pPr marL="0" marR="0" lvl="7" indent="0" algn="r" rtl="0">
              <a:spcBef>
                <a:spcPts val="0"/>
              </a:spcBef>
              <a:buNone/>
              <a:defRPr sz="1200" b="0" i="0" u="none" strike="noStrike" cap="none">
                <a:solidFill>
                  <a:srgbClr val="888888"/>
                </a:solidFill>
                <a:latin typeface="Verdana"/>
                <a:ea typeface="Verdana"/>
                <a:cs typeface="Verdana"/>
                <a:sym typeface="Verdana"/>
              </a:defRPr>
            </a:lvl8pPr>
            <a:lvl9pPr marL="0" marR="0" lvl="8" indent="0" algn="r" rtl="0">
              <a:spcBef>
                <a:spcPts val="0"/>
              </a:spcBef>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GB"/>
              <a:t>‹#›</a:t>
            </a:fld>
            <a:endParaRPr/>
          </a:p>
        </p:txBody>
      </p:sp>
      <p:cxnSp>
        <p:nvCxnSpPr>
          <p:cNvPr id="11" name="Google Shape;11;p1"/>
          <p:cNvCxnSpPr/>
          <p:nvPr/>
        </p:nvCxnSpPr>
        <p:spPr>
          <a:xfrm>
            <a:off x="812800" y="914400"/>
            <a:ext cx="10668000" cy="0"/>
          </a:xfrm>
          <a:prstGeom prst="straightConnector1">
            <a:avLst/>
          </a:prstGeom>
          <a:noFill/>
          <a:ln w="57150" cap="flat" cmpd="thickThin">
            <a:solidFill>
              <a:schemeClr val="dk1"/>
            </a:solidFill>
            <a:prstDash val="solid"/>
            <a:round/>
            <a:headEnd type="none" w="med" len="med"/>
            <a:tailEnd type="none" w="med" len="med"/>
          </a:ln>
        </p:spPr>
      </p:cxnSp>
      <p:pic>
        <p:nvPicPr>
          <p:cNvPr id="12" name="Google Shape;12;p1"/>
          <p:cNvPicPr preferRelativeResize="0"/>
          <p:nvPr/>
        </p:nvPicPr>
        <p:blipFill rotWithShape="1">
          <a:blip r:embed="rId13">
            <a:alphaModFix/>
          </a:blip>
          <a:srcRect b="18046"/>
          <a:stretch/>
        </p:blipFill>
        <p:spPr>
          <a:xfrm>
            <a:off x="0" y="5991366"/>
            <a:ext cx="12192001" cy="86663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3"/>
          <p:cNvSpPr txBox="1">
            <a:spLocks noGrp="1"/>
          </p:cNvSpPr>
          <p:nvPr>
            <p:ph type="ctrTitle"/>
          </p:nvPr>
        </p:nvSpPr>
        <p:spPr>
          <a:xfrm>
            <a:off x="790469" y="1069102"/>
            <a:ext cx="10363200" cy="962898"/>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rgbClr val="17365D"/>
              </a:buClr>
              <a:buSzPts val="2800"/>
              <a:buFont typeface="Verdana"/>
              <a:buNone/>
            </a:pPr>
            <a:r>
              <a:rPr lang="en-IN" sz="2400" dirty="0">
                <a:solidFill>
                  <a:schemeClr val="tx1"/>
                </a:solidFill>
                <a:latin typeface="Cambria" panose="02040503050406030204" pitchFamily="18" charset="0"/>
                <a:ea typeface="Cambria" panose="02040503050406030204" pitchFamily="18" charset="0"/>
              </a:rPr>
              <a:t>Disaster Preparedness and Response Education System for </a:t>
            </a:r>
            <a:br>
              <a:rPr lang="en-IN" sz="2400" dirty="0">
                <a:solidFill>
                  <a:schemeClr val="tx1"/>
                </a:solidFill>
                <a:latin typeface="Cambria" panose="02040503050406030204" pitchFamily="18" charset="0"/>
                <a:ea typeface="Cambria" panose="02040503050406030204" pitchFamily="18" charset="0"/>
              </a:rPr>
            </a:br>
            <a:r>
              <a:rPr lang="en-IN" sz="2400" dirty="0">
                <a:solidFill>
                  <a:schemeClr val="tx1"/>
                </a:solidFill>
                <a:latin typeface="Cambria" panose="02040503050406030204" pitchFamily="18" charset="0"/>
                <a:ea typeface="Cambria" panose="02040503050406030204" pitchFamily="18" charset="0"/>
              </a:rPr>
              <a:t>Schools and Colleges</a:t>
            </a:r>
            <a:endParaRPr sz="2400" dirty="0">
              <a:solidFill>
                <a:schemeClr val="tx1"/>
              </a:solidFill>
              <a:latin typeface="Cambria" panose="02040503050406030204" pitchFamily="18" charset="0"/>
              <a:ea typeface="Cambria" panose="02040503050406030204" pitchFamily="18" charset="0"/>
            </a:endParaRPr>
          </a:p>
        </p:txBody>
      </p:sp>
      <p:sp>
        <p:nvSpPr>
          <p:cNvPr id="88" name="Google Shape;88;p13"/>
          <p:cNvSpPr txBox="1">
            <a:spLocks noGrp="1"/>
          </p:cNvSpPr>
          <p:nvPr>
            <p:ph type="subTitle" idx="1"/>
          </p:nvPr>
        </p:nvSpPr>
        <p:spPr>
          <a:xfrm>
            <a:off x="790468" y="2045352"/>
            <a:ext cx="4391131" cy="5523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rgbClr val="17365D"/>
              </a:buClr>
              <a:buSzPts val="2000"/>
              <a:buNone/>
            </a:pPr>
            <a:r>
              <a:rPr lang="en-GB" sz="1800" dirty="0">
                <a:latin typeface="Cambria" panose="02040503050406030204" pitchFamily="18" charset="0"/>
                <a:ea typeface="Cambria" panose="02040503050406030204" pitchFamily="18" charset="0"/>
              </a:rPr>
              <a:t>Batch Number: CIT_32</a:t>
            </a:r>
            <a:endParaRPr sz="1800" dirty="0">
              <a:latin typeface="Cambria" panose="02040503050406030204" pitchFamily="18" charset="0"/>
              <a:ea typeface="Cambria" panose="02040503050406030204" pitchFamily="18" charset="0"/>
            </a:endParaRPr>
          </a:p>
        </p:txBody>
      </p:sp>
      <p:sp>
        <p:nvSpPr>
          <p:cNvPr id="90" name="Google Shape;90;p13"/>
          <p:cNvSpPr txBox="1"/>
          <p:nvPr/>
        </p:nvSpPr>
        <p:spPr>
          <a:xfrm>
            <a:off x="6480195" y="2513340"/>
            <a:ext cx="5514300" cy="202056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rgbClr val="17365D"/>
              </a:buClr>
              <a:buSzPts val="2000"/>
              <a:buFont typeface="Arial"/>
              <a:buNone/>
            </a:pP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Under the Supervision of,</a:t>
            </a:r>
            <a:endParaRPr sz="1800" dirty="0">
              <a:latin typeface="Cambria" panose="02040503050406030204" pitchFamily="18" charset="0"/>
              <a:ea typeface="Cambria" panose="02040503050406030204" pitchFamily="18" charset="0"/>
            </a:endParaRPr>
          </a:p>
          <a:p>
            <a:pPr marL="0" marR="0" lvl="0" indent="0" algn="ctr" rtl="0">
              <a:spcBef>
                <a:spcPts val="400"/>
              </a:spcBef>
              <a:spcAft>
                <a:spcPts val="0"/>
              </a:spcAft>
              <a:buClr>
                <a:srgbClr val="17365D"/>
              </a:buClr>
              <a:buSzPts val="2000"/>
              <a:buFont typeface="Arial"/>
              <a:buNone/>
            </a:pPr>
            <a:endParaRPr sz="20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a:p>
            <a:pPr marL="0" marR="0" lvl="0" indent="0" algn="l" rtl="0">
              <a:spcBef>
                <a:spcPts val="340"/>
              </a:spcBef>
              <a:spcAft>
                <a:spcPts val="0"/>
              </a:spcAft>
              <a:buClr>
                <a:srgbClr val="17365D"/>
              </a:buClr>
              <a:buSzPts val="1700"/>
              <a:buFont typeface="Arial"/>
              <a:buNone/>
            </a:pP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Ms. Pushpalatha M,</a:t>
            </a:r>
            <a:endParaRPr dirty="0">
              <a:latin typeface="Cambria" panose="02040503050406030204" pitchFamily="18" charset="0"/>
              <a:ea typeface="Cambria" panose="02040503050406030204" pitchFamily="18" charset="0"/>
            </a:endParaRPr>
          </a:p>
          <a:p>
            <a:pPr marL="0" marR="0" lvl="0" indent="0" algn="l" rtl="0">
              <a:spcBef>
                <a:spcPts val="340"/>
              </a:spcBef>
              <a:spcAft>
                <a:spcPts val="0"/>
              </a:spcAft>
              <a:buClr>
                <a:srgbClr val="17365D"/>
              </a:buClr>
              <a:buSzPts val="1700"/>
              <a:buFont typeface="Arial"/>
              <a:buNone/>
            </a:pP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Assistant Professor,</a:t>
            </a:r>
            <a:endParaRPr dirty="0">
              <a:latin typeface="Cambria" panose="02040503050406030204" pitchFamily="18" charset="0"/>
              <a:ea typeface="Cambria" panose="02040503050406030204" pitchFamily="18" charset="0"/>
            </a:endParaRPr>
          </a:p>
          <a:p>
            <a:pPr marL="0" marR="0" lvl="0" indent="0" algn="l" rtl="0">
              <a:spcBef>
                <a:spcPts val="340"/>
              </a:spcBef>
              <a:spcAft>
                <a:spcPts val="0"/>
              </a:spcAft>
              <a:buClr>
                <a:srgbClr val="17365D"/>
              </a:buClr>
              <a:buSzPts val="1700"/>
              <a:buFont typeface="Arial"/>
              <a:buNone/>
            </a:pP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School of Computer Science and Engineering,</a:t>
            </a:r>
            <a:endParaRPr dirty="0">
              <a:latin typeface="Cambria" panose="02040503050406030204" pitchFamily="18" charset="0"/>
              <a:ea typeface="Cambria" panose="02040503050406030204" pitchFamily="18" charset="0"/>
            </a:endParaRPr>
          </a:p>
          <a:p>
            <a:pPr marL="0" marR="0" lvl="0" indent="0" algn="l" rtl="0">
              <a:spcBef>
                <a:spcPts val="340"/>
              </a:spcBef>
              <a:spcAft>
                <a:spcPts val="0"/>
              </a:spcAft>
              <a:buClr>
                <a:srgbClr val="17365D"/>
              </a:buClr>
              <a:buSzPts val="1700"/>
              <a:buFont typeface="Arial"/>
              <a:buNone/>
            </a:pPr>
            <a:r>
              <a:rPr lang="en-GB" sz="1700" b="1" i="0" u="none" strike="noStrike" cap="none" dirty="0">
                <a:solidFill>
                  <a:srgbClr val="17365D"/>
                </a:solidFill>
                <a:latin typeface="Cambria" panose="02040503050406030204" pitchFamily="18" charset="0"/>
                <a:ea typeface="Cambria" panose="02040503050406030204" pitchFamily="18" charset="0"/>
                <a:cs typeface="Verdana"/>
                <a:sym typeface="Verdana"/>
              </a:rPr>
              <a:t>Presidency University.</a:t>
            </a:r>
            <a:endParaRPr dirty="0">
              <a:latin typeface="Cambria" panose="02040503050406030204" pitchFamily="18" charset="0"/>
              <a:ea typeface="Cambria" panose="02040503050406030204" pitchFamily="18" charset="0"/>
            </a:endParaRPr>
          </a:p>
          <a:p>
            <a:pPr marL="0" marR="0" lvl="0" indent="0" algn="l" rtl="0">
              <a:spcBef>
                <a:spcPts val="400"/>
              </a:spcBef>
              <a:spcAft>
                <a:spcPts val="0"/>
              </a:spcAft>
              <a:buClr>
                <a:srgbClr val="17365D"/>
              </a:buClr>
              <a:buSzPts val="2000"/>
              <a:buFont typeface="Arial"/>
              <a:buNone/>
            </a:pPr>
            <a:endParaRPr sz="20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p:txBody>
      </p:sp>
      <p:graphicFrame>
        <p:nvGraphicFramePr>
          <p:cNvPr id="89" name="Google Shape;89;p13"/>
          <p:cNvGraphicFramePr/>
          <p:nvPr>
            <p:extLst>
              <p:ext uri="{D42A27DB-BD31-4B8C-83A1-F6EECF244321}">
                <p14:modId xmlns:p14="http://schemas.microsoft.com/office/powerpoint/2010/main" val="1981676333"/>
              </p:ext>
            </p:extLst>
          </p:nvPr>
        </p:nvGraphicFramePr>
        <p:xfrm>
          <a:off x="553347" y="2721840"/>
          <a:ext cx="5418675" cy="2194620"/>
        </p:xfrm>
        <a:graphic>
          <a:graphicData uri="http://schemas.openxmlformats.org/drawingml/2006/table">
            <a:tbl>
              <a:tblPr firstRow="1" bandRow="1">
                <a:noFill/>
                <a:tableStyleId>{57690726-49DA-4552-BDEB-330DD8EA8BD9}</a:tableStyleId>
              </a:tblPr>
              <a:tblGrid>
                <a:gridCol w="2085000">
                  <a:extLst>
                    <a:ext uri="{9D8B030D-6E8A-4147-A177-3AD203B41FA5}">
                      <a16:colId xmlns:a16="http://schemas.microsoft.com/office/drawing/2014/main" val="20000"/>
                    </a:ext>
                  </a:extLst>
                </a:gridCol>
                <a:gridCol w="3333675">
                  <a:extLst>
                    <a:ext uri="{9D8B030D-6E8A-4147-A177-3AD203B41FA5}">
                      <a16:colId xmlns:a16="http://schemas.microsoft.com/office/drawing/2014/main" val="20001"/>
                    </a:ext>
                  </a:extLst>
                </a:gridCol>
              </a:tblGrid>
              <a:tr h="306243">
                <a:tc>
                  <a:txBody>
                    <a:bodyPr/>
                    <a:lstStyle/>
                    <a:p>
                      <a:pPr marL="0" marR="0" lvl="1" indent="0" algn="ctr" rtl="0">
                        <a:spcBef>
                          <a:spcPts val="0"/>
                        </a:spcBef>
                        <a:spcAft>
                          <a:spcPts val="0"/>
                        </a:spcAft>
                        <a:buNone/>
                      </a:pPr>
                      <a:r>
                        <a:rPr lang="en-GB" sz="1800" b="1" u="none" strike="noStrike" cap="none" dirty="0">
                          <a:solidFill>
                            <a:srgbClr val="17365D"/>
                          </a:solidFill>
                        </a:rPr>
                        <a:t>Roll Number</a:t>
                      </a:r>
                      <a:endParaRPr sz="1800" b="1" u="none" strike="noStrike" cap="none" dirty="0">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GB" sz="1800" b="1" u="none" strike="noStrike" cap="none" dirty="0">
                          <a:solidFill>
                            <a:srgbClr val="17365D"/>
                          </a:solidFill>
                        </a:rPr>
                        <a:t>Student Name</a:t>
                      </a:r>
                      <a:endParaRPr sz="1800" b="1" u="none" strike="noStrike" cap="none" dirty="0">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06243">
                <a:tc>
                  <a:txBody>
                    <a:bodyPr/>
                    <a:lstStyle/>
                    <a:p>
                      <a:pPr marL="0" marR="0" lvl="0" indent="0" algn="ctr" rtl="0">
                        <a:spcBef>
                          <a:spcPts val="0"/>
                        </a:spcBef>
                        <a:spcAft>
                          <a:spcPts val="0"/>
                        </a:spcAft>
                        <a:buFont typeface="+mj-l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06243">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306243">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306243">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306243">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91" name="Google Shape;91;p13"/>
          <p:cNvSpPr txBox="1"/>
          <p:nvPr/>
        </p:nvSpPr>
        <p:spPr>
          <a:xfrm>
            <a:off x="2832225" y="136441"/>
            <a:ext cx="5498973" cy="729371"/>
          </a:xfrm>
          <a:prstGeom prst="rect">
            <a:avLst/>
          </a:prstGeom>
          <a:noFill/>
          <a:ln>
            <a:noFill/>
          </a:ln>
        </p:spPr>
        <p:txBody>
          <a:bodyPr spcFirstLastPara="1" wrap="square" lIns="91425" tIns="45700" rIns="91425" bIns="45700" anchor="t" anchorCtr="0">
            <a:noAutofit/>
          </a:bodyPr>
          <a:lstStyle/>
          <a:p>
            <a:pPr lvl="0" algn="ctr">
              <a:buClr>
                <a:srgbClr val="17365D"/>
              </a:buClr>
              <a:buSzPct val="100000"/>
            </a:pPr>
            <a:r>
              <a:rPr lang="en-GB" sz="1800" b="1" dirty="0">
                <a:solidFill>
                  <a:srgbClr val="17365D"/>
                </a:solidFill>
                <a:latin typeface="Cambria" panose="02040503050406030204" pitchFamily="18" charset="0"/>
                <a:ea typeface="Cambria" panose="02040503050406030204" pitchFamily="18" charset="0"/>
                <a:cs typeface="Verdana"/>
                <a:sym typeface="Verdana"/>
              </a:rPr>
              <a:t>CSE</a:t>
            </a:r>
            <a:r>
              <a:rPr lang="en-IN" sz="1800" b="1" dirty="0">
                <a:solidFill>
                  <a:srgbClr val="17365D"/>
                </a:solidFill>
                <a:latin typeface="Cambria" panose="02040503050406030204" pitchFamily="18" charset="0"/>
                <a:ea typeface="Cambria" panose="02040503050406030204" pitchFamily="18" charset="0"/>
                <a:cs typeface="Verdana"/>
                <a:sym typeface="Verdana"/>
              </a:rPr>
              <a:t>7302</a:t>
            </a:r>
            <a:r>
              <a:rPr lang="en-GB" sz="1800" b="1" dirty="0">
                <a:solidFill>
                  <a:srgbClr val="17365D"/>
                </a:solidFill>
                <a:latin typeface="Cambria" panose="02040503050406030204" pitchFamily="18" charset="0"/>
                <a:ea typeface="Cambria" panose="02040503050406030204" pitchFamily="18" charset="0"/>
                <a:cs typeface="Verdana"/>
                <a:sym typeface="Verdana"/>
              </a:rPr>
              <a:t>-</a:t>
            </a: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 University Project</a:t>
            </a:r>
            <a:endParaRPr sz="1800" dirty="0">
              <a:latin typeface="Cambria" panose="02040503050406030204" pitchFamily="18" charset="0"/>
              <a:ea typeface="Cambria" panose="02040503050406030204" pitchFamily="18" charset="0"/>
            </a:endParaRPr>
          </a:p>
          <a:p>
            <a:pPr marL="0" marR="0" lvl="0" indent="0" algn="ctr" rtl="0">
              <a:spcBef>
                <a:spcPts val="310"/>
              </a:spcBef>
              <a:spcAft>
                <a:spcPts val="0"/>
              </a:spcAft>
              <a:buClr>
                <a:srgbClr val="17365D"/>
              </a:buClr>
              <a:buSzPct val="100000"/>
              <a:buFont typeface="Arial"/>
              <a:buNone/>
            </a:pP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Review-3</a:t>
            </a:r>
            <a:endParaRPr sz="18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p:txBody>
      </p:sp>
      <p:sp>
        <p:nvSpPr>
          <p:cNvPr id="8" name="Google Shape;91;p13"/>
          <p:cNvSpPr txBox="1"/>
          <p:nvPr/>
        </p:nvSpPr>
        <p:spPr>
          <a:xfrm>
            <a:off x="553347" y="4537364"/>
            <a:ext cx="12249915" cy="1562100"/>
          </a:xfrm>
          <a:prstGeom prst="rect">
            <a:avLst/>
          </a:prstGeom>
          <a:noFill/>
          <a:ln>
            <a:noFill/>
          </a:ln>
        </p:spPr>
        <p:txBody>
          <a:bodyPr spcFirstLastPara="1" wrap="square" lIns="91425" tIns="45700" rIns="91425" bIns="45700" anchor="t" anchorCtr="0">
            <a:noAutofit/>
          </a:bodyPr>
          <a:lstStyle/>
          <a:p>
            <a:pPr marL="0" marR="0" lvl="0" indent="0" rtl="0">
              <a:spcBef>
                <a:spcPts val="0"/>
              </a:spcBef>
              <a:spcAft>
                <a:spcPts val="0"/>
              </a:spcAft>
              <a:buClr>
                <a:srgbClr val="17365D"/>
              </a:buClr>
              <a:buSzPct val="100000"/>
              <a:buFont typeface="Arial"/>
              <a:buNone/>
            </a:pPr>
            <a:r>
              <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rPr>
              <a:t>Name of the Program: </a:t>
            </a:r>
          </a:p>
          <a:p>
            <a:pPr lvl="0">
              <a:buClr>
                <a:srgbClr val="17365D"/>
              </a:buClr>
              <a:buSzPct val="100000"/>
            </a:pPr>
            <a:r>
              <a:rPr lang="en-US" sz="1800" b="1" dirty="0">
                <a:solidFill>
                  <a:schemeClr val="accent1"/>
                </a:solidFill>
                <a:latin typeface="Cambria" panose="02040503050406030204" pitchFamily="18" charset="0"/>
                <a:ea typeface="Cambria" panose="02040503050406030204" pitchFamily="18" charset="0"/>
                <a:cs typeface="Verdana"/>
                <a:sym typeface="Verdana"/>
              </a:rPr>
              <a:t>Name of the HoD</a:t>
            </a:r>
            <a:r>
              <a:rPr lang="en-US" sz="1800" b="1" dirty="0">
                <a:solidFill>
                  <a:srgbClr val="FF0000"/>
                </a:solidFill>
                <a:latin typeface="Cambria" panose="02040503050406030204" pitchFamily="18" charset="0"/>
                <a:ea typeface="Cambria" panose="02040503050406030204" pitchFamily="18" charset="0"/>
                <a:cs typeface="Verdana"/>
                <a:sym typeface="Verdana"/>
              </a:rPr>
              <a:t>: Dr. Anandaraj SP</a:t>
            </a:r>
          </a:p>
          <a:p>
            <a:pPr lvl="0">
              <a:buClr>
                <a:srgbClr val="17365D"/>
              </a:buClr>
              <a:buSzPct val="100000"/>
            </a:pPr>
            <a:r>
              <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rPr>
              <a:t>Name of the Program Project Coordinator: </a:t>
            </a:r>
            <a:r>
              <a:rPr lang="en-US" sz="1800" b="1" i="0" u="none" strike="noStrike" cap="none" dirty="0">
                <a:solidFill>
                  <a:srgbClr val="FF0000"/>
                </a:solidFill>
                <a:latin typeface="Cambria" panose="02040503050406030204" pitchFamily="18" charset="0"/>
                <a:ea typeface="Cambria" panose="02040503050406030204" pitchFamily="18" charset="0"/>
                <a:cs typeface="Verdana"/>
                <a:sym typeface="Verdana"/>
              </a:rPr>
              <a:t>Dr. Sharmasth Vali</a:t>
            </a:r>
            <a:endParaRPr lang="en-US" sz="1800" b="1" dirty="0">
              <a:solidFill>
                <a:srgbClr val="FF0000"/>
              </a:solidFill>
              <a:latin typeface="Cambria" panose="02040503050406030204" pitchFamily="18" charset="0"/>
              <a:ea typeface="Cambria" panose="02040503050406030204" pitchFamily="18" charset="0"/>
              <a:cs typeface="Verdana"/>
              <a:sym typeface="Verdana"/>
            </a:endParaRPr>
          </a:p>
          <a:p>
            <a:pPr lvl="0">
              <a:buClr>
                <a:srgbClr val="17365D"/>
              </a:buClr>
              <a:buSzPct val="100000"/>
            </a:pPr>
            <a:r>
              <a:rPr lang="en-US" sz="1800" b="1" dirty="0">
                <a:solidFill>
                  <a:schemeClr val="accent1"/>
                </a:solidFill>
                <a:latin typeface="Cambria" panose="02040503050406030204" pitchFamily="18" charset="0"/>
                <a:ea typeface="Cambria" panose="02040503050406030204" pitchFamily="18" charset="0"/>
                <a:cs typeface="Verdana"/>
                <a:sym typeface="Verdana"/>
              </a:rPr>
              <a:t>Name of the School Project Coordinators: </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Dr. </a:t>
            </a:r>
            <a:r>
              <a:rPr lang="en-US" sz="1800" b="1" i="0" u="none" strike="noStrike" cap="none" dirty="0" err="1">
                <a:solidFill>
                  <a:schemeClr val="tx1"/>
                </a:solidFill>
                <a:latin typeface="Cambria" panose="02040503050406030204" pitchFamily="18" charset="0"/>
                <a:ea typeface="Cambria" panose="02040503050406030204" pitchFamily="18" charset="0"/>
                <a:cs typeface="Verdana"/>
                <a:sym typeface="Verdana"/>
              </a:rPr>
              <a:t>Sampath</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 A K , Dr. </a:t>
            </a:r>
            <a:r>
              <a:rPr lang="en-US" sz="1800" b="1" i="0" u="none" strike="noStrike" cap="none" dirty="0" err="1">
                <a:solidFill>
                  <a:schemeClr val="tx1"/>
                </a:solidFill>
                <a:latin typeface="Cambria" panose="02040503050406030204" pitchFamily="18" charset="0"/>
                <a:ea typeface="Cambria" panose="02040503050406030204" pitchFamily="18" charset="0"/>
                <a:cs typeface="Verdana"/>
                <a:sym typeface="Verdana"/>
              </a:rPr>
              <a:t>Geetha</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 A </a:t>
            </a:r>
            <a:endParaRPr sz="1800" b="1" i="0" u="none" strike="noStrike" cap="none" dirty="0">
              <a:solidFill>
                <a:schemeClr val="tx1"/>
              </a:solidFill>
              <a:latin typeface="Cambria" panose="02040503050406030204" pitchFamily="18" charset="0"/>
              <a:ea typeface="Cambria" panose="02040503050406030204" pitchFamily="18" charset="0"/>
              <a:cs typeface="Verdana"/>
              <a:sym typeface="Verdana"/>
            </a:endParaRPr>
          </a:p>
        </p:txBody>
      </p:sp>
      <p:graphicFrame>
        <p:nvGraphicFramePr>
          <p:cNvPr id="2" name="Table 1">
            <a:extLst>
              <a:ext uri="{FF2B5EF4-FFF2-40B4-BE49-F238E27FC236}">
                <a16:creationId xmlns:a16="http://schemas.microsoft.com/office/drawing/2014/main" id="{51E67373-2317-F039-3116-F0D01DB0249A}"/>
              </a:ext>
            </a:extLst>
          </p:cNvPr>
          <p:cNvGraphicFramePr>
            <a:graphicFrameLocks noGrp="1"/>
          </p:cNvGraphicFramePr>
          <p:nvPr>
            <p:extLst>
              <p:ext uri="{D42A27DB-BD31-4B8C-83A1-F6EECF244321}">
                <p14:modId xmlns:p14="http://schemas.microsoft.com/office/powerpoint/2010/main" val="2294954243"/>
              </p:ext>
            </p:extLst>
          </p:nvPr>
        </p:nvGraphicFramePr>
        <p:xfrm>
          <a:off x="635494" y="3262890"/>
          <a:ext cx="5336528" cy="1112520"/>
        </p:xfrm>
        <a:graphic>
          <a:graphicData uri="http://schemas.openxmlformats.org/drawingml/2006/table">
            <a:tbl>
              <a:tblPr firstRow="1" bandRow="1"/>
              <a:tblGrid>
                <a:gridCol w="2697641">
                  <a:extLst>
                    <a:ext uri="{9D8B030D-6E8A-4147-A177-3AD203B41FA5}">
                      <a16:colId xmlns:a16="http://schemas.microsoft.com/office/drawing/2014/main" val="3367395382"/>
                    </a:ext>
                  </a:extLst>
                </a:gridCol>
                <a:gridCol w="2638887">
                  <a:extLst>
                    <a:ext uri="{9D8B030D-6E8A-4147-A177-3AD203B41FA5}">
                      <a16:colId xmlns:a16="http://schemas.microsoft.com/office/drawing/2014/main" val="3675861212"/>
                    </a:ext>
                  </a:extLst>
                </a:gridCol>
              </a:tblGrid>
              <a:tr h="370840">
                <a:tc>
                  <a:txBody>
                    <a:bodyPr/>
                    <a:lstStyle/>
                    <a:p>
                      <a:r>
                        <a:rPr lang="en-IN" dirty="0"/>
                        <a:t>20221CIT0130</a:t>
                      </a:r>
                    </a:p>
                  </a:txBody>
                  <a:tcPr/>
                </a:tc>
                <a:tc>
                  <a:txBody>
                    <a:bodyPr/>
                    <a:lstStyle/>
                    <a:p>
                      <a:r>
                        <a:rPr lang="en-IN" dirty="0"/>
                        <a:t>Nithya H D</a:t>
                      </a:r>
                    </a:p>
                  </a:txBody>
                  <a:tcPr/>
                </a:tc>
                <a:extLst>
                  <a:ext uri="{0D108BD9-81ED-4DB2-BD59-A6C34878D82A}">
                    <a16:rowId xmlns:a16="http://schemas.microsoft.com/office/drawing/2014/main" val="379549341"/>
                  </a:ext>
                </a:extLst>
              </a:tr>
              <a:tr h="370840">
                <a:tc>
                  <a:txBody>
                    <a:bodyPr/>
                    <a:lstStyle/>
                    <a:p>
                      <a:r>
                        <a:rPr lang="en-IN" dirty="0"/>
                        <a:t>20221CIT0126</a:t>
                      </a:r>
                    </a:p>
                  </a:txBody>
                  <a:tcPr/>
                </a:tc>
                <a:tc>
                  <a:txBody>
                    <a:bodyPr/>
                    <a:lstStyle/>
                    <a:p>
                      <a:r>
                        <a:rPr lang="en-IN" dirty="0"/>
                        <a:t>Shreya A J</a:t>
                      </a:r>
                    </a:p>
                  </a:txBody>
                  <a:tcPr/>
                </a:tc>
                <a:extLst>
                  <a:ext uri="{0D108BD9-81ED-4DB2-BD59-A6C34878D82A}">
                    <a16:rowId xmlns:a16="http://schemas.microsoft.com/office/drawing/2014/main" val="446000065"/>
                  </a:ext>
                </a:extLst>
              </a:tr>
              <a:tr h="370840">
                <a:tc>
                  <a:txBody>
                    <a:bodyPr/>
                    <a:lstStyle/>
                    <a:p>
                      <a:r>
                        <a:rPr lang="en-IN" dirty="0"/>
                        <a:t>20221CIT0123</a:t>
                      </a:r>
                    </a:p>
                  </a:txBody>
                  <a:tcPr/>
                </a:tc>
                <a:tc>
                  <a:txBody>
                    <a:bodyPr/>
                    <a:lstStyle/>
                    <a:p>
                      <a:r>
                        <a:rPr lang="en-IN" dirty="0"/>
                        <a:t>Manisha S M</a:t>
                      </a:r>
                    </a:p>
                  </a:txBody>
                  <a:tcPr/>
                </a:tc>
                <a:extLst>
                  <a:ext uri="{0D108BD9-81ED-4DB2-BD59-A6C34878D82A}">
                    <a16:rowId xmlns:a16="http://schemas.microsoft.com/office/drawing/2014/main" val="1190640597"/>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Problem Statement Number:SIH25008 </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812800" y="952499"/>
            <a:ext cx="10668000" cy="5271319"/>
          </a:xfrm>
          <a:prstGeom prst="rect">
            <a:avLst/>
          </a:prstGeom>
          <a:noFill/>
          <a:ln>
            <a:noFill/>
          </a:ln>
        </p:spPr>
        <p:txBody>
          <a:bodyPr spcFirstLastPara="1" wrap="square" lIns="91425" tIns="45700" rIns="91425" bIns="45700" anchor="t" anchorCtr="0">
            <a:noAutofit/>
          </a:bodyPr>
          <a:lstStyle/>
          <a:p>
            <a:pPr marL="342900" lvl="0" indent="-190500" algn="just">
              <a:spcBef>
                <a:spcPts val="0"/>
              </a:spcBef>
              <a:buNone/>
            </a:pPr>
            <a:r>
              <a:rPr lang="en-US" sz="1800" b="1" dirty="0">
                <a:latin typeface="Cambria" panose="02040503050406030204" pitchFamily="18" charset="0"/>
                <a:ea typeface="Cambria" panose="02040503050406030204" pitchFamily="18" charset="0"/>
              </a:rPr>
              <a:t>Organization: </a:t>
            </a:r>
            <a:r>
              <a:rPr lang="en-US" sz="1800" dirty="0">
                <a:latin typeface="Cambria" panose="02040503050406030204" pitchFamily="18" charset="0"/>
                <a:ea typeface="Cambria" panose="02040503050406030204" pitchFamily="18" charset="0"/>
              </a:rPr>
              <a:t>Presidency University</a:t>
            </a:r>
          </a:p>
          <a:p>
            <a:pPr marL="342900" lvl="0" indent="-190500" algn="just">
              <a:lnSpc>
                <a:spcPct val="200000"/>
              </a:lnSpc>
              <a:spcBef>
                <a:spcPts val="0"/>
              </a:spcBef>
              <a:buNone/>
            </a:pPr>
            <a:r>
              <a:rPr lang="en-US" sz="1800" b="1" dirty="0">
                <a:latin typeface="Cambria" panose="02040503050406030204" pitchFamily="18" charset="0"/>
                <a:ea typeface="Cambria" panose="02040503050406030204" pitchFamily="18" charset="0"/>
              </a:rPr>
              <a:t>Category (Hardware / Software / Both) :</a:t>
            </a:r>
            <a:r>
              <a:rPr lang="en-US" sz="1800" dirty="0">
                <a:latin typeface="Cambria" panose="02040503050406030204" pitchFamily="18" charset="0"/>
                <a:ea typeface="Cambria" panose="02040503050406030204" pitchFamily="18" charset="0"/>
              </a:rPr>
              <a:t>Software</a:t>
            </a:r>
          </a:p>
          <a:p>
            <a:pPr marL="342900" lvl="0" indent="-190500">
              <a:lnSpc>
                <a:spcPct val="200000"/>
              </a:lnSpc>
              <a:spcBef>
                <a:spcPts val="0"/>
              </a:spcBef>
              <a:buNone/>
            </a:pPr>
            <a:r>
              <a:rPr lang="en-US" sz="1800" b="1" dirty="0">
                <a:latin typeface="Cambria" panose="02040503050406030204" pitchFamily="18" charset="0"/>
                <a:ea typeface="Cambria" panose="02040503050406030204" pitchFamily="18" charset="0"/>
              </a:rPr>
              <a:t>Problem Description:</a:t>
            </a:r>
            <a:br>
              <a:rPr lang="en-US" sz="1800" b="1" dirty="0">
                <a:latin typeface="Cambria" panose="02040503050406030204" pitchFamily="18" charset="0"/>
                <a:ea typeface="Cambria" panose="02040503050406030204" pitchFamily="18" charset="0"/>
              </a:rPr>
            </a:br>
            <a:r>
              <a:rPr lang="en-US" sz="1800" dirty="0">
                <a:latin typeface="Cambria" panose="02040503050406030204" pitchFamily="18" charset="0"/>
                <a:ea typeface="Cambria" panose="02040503050406030204" pitchFamily="18" charset="0"/>
                <a:cs typeface="Times New Roman" panose="02020603050405020304" pitchFamily="18" charset="0"/>
              </a:rPr>
              <a:t>In India, schools and colleges are often unprepared for natural disasters such as earthquakes, floods, and fires. While emergency guidelines exist on paper, there is a lack of structured disaster management education integrated into the curriculum. Institutions lack digital tools to simulate disaster scenarios or conduct virtual drills to train students and staff on safety protocols.</a:t>
            </a:r>
            <a:br>
              <a:rPr lang="en-US" sz="1800" dirty="0">
                <a:latin typeface="Cambria" panose="02040503050406030204" pitchFamily="18" charset="0"/>
                <a:ea typeface="Cambria" panose="02040503050406030204" pitchFamily="18" charset="0"/>
                <a:cs typeface="Times New Roman" panose="02020603050405020304" pitchFamily="18" charset="0"/>
              </a:rPr>
            </a:br>
            <a:r>
              <a:rPr lang="en-US" sz="1800" dirty="0">
                <a:latin typeface="Cambria" panose="02040503050406030204" pitchFamily="18" charset="0"/>
                <a:ea typeface="Cambria" panose="02040503050406030204" pitchFamily="18" charset="0"/>
                <a:cs typeface="Times New Roman" panose="02020603050405020304" pitchFamily="18" charset="0"/>
              </a:rPr>
              <a:t>Furthermore, there’s a gap in localized awareness—many students are unaware of how to react during disasters specific to their region. Manual drills, where they occur, are infrequent and often poorly coordinated, failing to instill practical preparedness.</a:t>
            </a:r>
            <a:br>
              <a:rPr lang="en-US" sz="1800" dirty="0">
                <a:latin typeface="Cambria" panose="02040503050406030204" pitchFamily="18" charset="0"/>
                <a:ea typeface="Cambria" panose="02040503050406030204" pitchFamily="18" charset="0"/>
                <a:cs typeface="Times New Roman" panose="02020603050405020304" pitchFamily="18" charset="0"/>
              </a:rPr>
            </a:br>
            <a:endParaRPr lang="en-US" sz="1800" dirty="0">
              <a:latin typeface="Cambria" panose="02040503050406030204" pitchFamily="18" charset="0"/>
              <a:ea typeface="Cambria"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1434518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Content</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645391" y="1061028"/>
            <a:ext cx="10668000" cy="3924299"/>
          </a:xfrm>
          <a:prstGeom prst="rect">
            <a:avLst/>
          </a:prstGeom>
          <a:noFill/>
          <a:ln>
            <a:noFill/>
          </a:ln>
        </p:spPr>
        <p:txBody>
          <a:bodyPr spcFirstLastPara="1" wrap="square" lIns="91425" tIns="45700" rIns="91425" bIns="45700" anchor="t" anchorCtr="0">
            <a:normAutofit fontScale="70000" lnSpcReduction="20000"/>
          </a:bodyPr>
          <a:lstStyle/>
          <a:p>
            <a:pPr marL="49530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Problem Statement</a:t>
            </a:r>
          </a:p>
          <a:p>
            <a:pPr marL="49530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Objectives</a:t>
            </a:r>
          </a:p>
          <a:p>
            <a:pPr marL="49530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Background and Related work for title Selection</a:t>
            </a:r>
          </a:p>
          <a:p>
            <a:pPr marL="495300" lvl="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Analysis of Problem Statement</a:t>
            </a:r>
          </a:p>
          <a:p>
            <a:pPr marL="495300" lvl="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Innovation or Novel Contributions</a:t>
            </a:r>
            <a:endParaRPr lang="en-US" sz="3200" dirty="0">
              <a:latin typeface="Cambria" panose="02040503050406030204" pitchFamily="18" charset="0"/>
              <a:ea typeface="Cambria" panose="02040503050406030204" pitchFamily="18" charset="0"/>
            </a:endParaRPr>
          </a:p>
          <a:p>
            <a:pPr marL="495300" indent="-342900" algn="just">
              <a:lnSpc>
                <a:spcPct val="200000"/>
              </a:lnSpc>
              <a:spcBef>
                <a:spcPts val="0"/>
              </a:spcBef>
              <a:buFont typeface="Arial" panose="020B0604020202020204" pitchFamily="34" charset="0"/>
              <a:buChar char="•"/>
            </a:pPr>
            <a:r>
              <a:rPr lang="en-US" dirty="0" err="1">
                <a:latin typeface="Cambria" panose="02040503050406030204" pitchFamily="18" charset="0"/>
                <a:ea typeface="Cambria" panose="02040503050406030204" pitchFamily="18" charset="0"/>
              </a:rPr>
              <a:t>Git</a:t>
            </a:r>
            <a:r>
              <a:rPr lang="en-US" dirty="0">
                <a:latin typeface="Cambria" panose="02040503050406030204" pitchFamily="18" charset="0"/>
                <a:ea typeface="Cambria" panose="02040503050406030204" pitchFamily="18" charset="0"/>
              </a:rPr>
              <a:t>-hub Link</a:t>
            </a:r>
          </a:p>
          <a:p>
            <a:pPr marL="495300" lvl="0" indent="-342900" algn="just" rtl="0">
              <a:lnSpc>
                <a:spcPct val="200000"/>
              </a:lnSpc>
              <a:spcBef>
                <a:spcPts val="0"/>
              </a:spcBef>
              <a:spcAft>
                <a:spcPts val="0"/>
              </a:spcAft>
              <a:buClr>
                <a:schemeClr val="dk1"/>
              </a:buClr>
              <a:buSzPts val="2400"/>
              <a:buFont typeface="Arial" panose="020B0604020202020204" pitchFamily="34" charset="0"/>
              <a:buChar char="•"/>
            </a:pPr>
            <a:r>
              <a:rPr lang="en-US" dirty="0">
                <a:latin typeface="Cambria" panose="02040503050406030204" pitchFamily="18" charset="0"/>
                <a:ea typeface="Cambria" panose="02040503050406030204" pitchFamily="18" charset="0"/>
              </a:rPr>
              <a:t>Timeline of the Project</a:t>
            </a:r>
          </a:p>
          <a:p>
            <a:pPr marL="495300" lvl="0" indent="-342900" algn="just" rtl="0">
              <a:lnSpc>
                <a:spcPct val="200000"/>
              </a:lnSpc>
              <a:spcBef>
                <a:spcPts val="0"/>
              </a:spcBef>
              <a:spcAft>
                <a:spcPts val="0"/>
              </a:spcAft>
              <a:buClr>
                <a:schemeClr val="dk1"/>
              </a:buClr>
              <a:buSzPts val="2400"/>
              <a:buFont typeface="Arial" panose="020B0604020202020204" pitchFamily="34" charset="0"/>
              <a:buChar char="•"/>
            </a:pPr>
            <a:r>
              <a:rPr lang="en-US" dirty="0">
                <a:latin typeface="Cambria" panose="02040503050406030204" pitchFamily="18" charset="0"/>
                <a:ea typeface="Cambria" panose="02040503050406030204" pitchFamily="18" charset="0"/>
              </a:rPr>
              <a:t>References</a:t>
            </a: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lang="en-US" dirty="0">
              <a:latin typeface="Cambria" panose="02040503050406030204" pitchFamily="18" charset="0"/>
              <a:ea typeface="Cambria" panose="02040503050406030204" pitchFamily="18" charset="0"/>
            </a:endParaRP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lang="en-US" dirty="0">
              <a:latin typeface="Cambria" panose="02040503050406030204" pitchFamily="18" charset="0"/>
              <a:ea typeface="Cambria" panose="02040503050406030204" pitchFamily="18" charset="0"/>
            </a:endParaRP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dirty="0">
              <a:latin typeface="Cambria" panose="02040503050406030204" pitchFamily="18" charset="0"/>
              <a:ea typeface="Cambria" panose="020405030504060302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B6333173-9F11-DC4B-BFCB-436B217A09F8}"/>
            </a:ext>
          </a:extLst>
        </p:cNvPr>
        <p:cNvGrpSpPr/>
        <p:nvPr/>
      </p:nvGrpSpPr>
      <p:grpSpPr>
        <a:xfrm>
          <a:off x="0" y="0"/>
          <a:ext cx="0" cy="0"/>
          <a:chOff x="0" y="0"/>
          <a:chExt cx="0" cy="0"/>
        </a:xfrm>
      </p:grpSpPr>
      <p:sp>
        <p:nvSpPr>
          <p:cNvPr id="96" name="Google Shape;96;p14">
            <a:extLst>
              <a:ext uri="{FF2B5EF4-FFF2-40B4-BE49-F238E27FC236}">
                <a16:creationId xmlns:a16="http://schemas.microsoft.com/office/drawing/2014/main" id="{B20A99D8-C187-B693-557D-9EC915073848}"/>
              </a:ext>
            </a:extLst>
          </p:cNvPr>
          <p:cNvSpPr txBox="1">
            <a:spLocks noGrp="1"/>
          </p:cNvSpPr>
          <p:nvPr>
            <p:ph type="title"/>
          </p:nvPr>
        </p:nvSpPr>
        <p:spPr>
          <a:xfrm>
            <a:off x="812800" y="553760"/>
            <a:ext cx="10668000" cy="487500"/>
          </a:xfrm>
          <a:prstGeom prst="rect">
            <a:avLst/>
          </a:prstGeom>
          <a:noFill/>
          <a:ln>
            <a:noFill/>
          </a:ln>
        </p:spPr>
        <p:txBody>
          <a:bodyPr spcFirstLastPara="1" wrap="square" lIns="91425" tIns="45700" rIns="91425" bIns="45700" anchor="ctr" anchorCtr="0">
            <a:noAutofit/>
          </a:bodyPr>
          <a:lstStyle/>
          <a:p>
            <a:r>
              <a:rPr lang="en-US" dirty="0">
                <a:latin typeface="Cambria" panose="02040503050406030204" pitchFamily="18" charset="0"/>
                <a:ea typeface="Cambria" panose="02040503050406030204" pitchFamily="18" charset="0"/>
              </a:rPr>
              <a:t>Background and Related work for title Selection</a:t>
            </a:r>
            <a:br>
              <a:rPr lang="en-US" dirty="0">
                <a:latin typeface="Cambria" panose="02040503050406030204" pitchFamily="18" charset="0"/>
                <a:ea typeface="Cambria" panose="02040503050406030204" pitchFamily="18" charset="0"/>
              </a:rPr>
            </a:br>
            <a:endParaRPr dirty="0">
              <a:latin typeface="Cambria" panose="02040503050406030204" pitchFamily="18" charset="0"/>
              <a:ea typeface="Cambria" panose="02040503050406030204" pitchFamily="18" charset="0"/>
            </a:endParaRPr>
          </a:p>
        </p:txBody>
      </p:sp>
      <p:sp>
        <p:nvSpPr>
          <p:cNvPr id="3" name="Text Placeholder 2">
            <a:extLst>
              <a:ext uri="{FF2B5EF4-FFF2-40B4-BE49-F238E27FC236}">
                <a16:creationId xmlns:a16="http://schemas.microsoft.com/office/drawing/2014/main" id="{88049951-2A0E-D568-A464-AA8D137B00E7}"/>
              </a:ext>
            </a:extLst>
          </p:cNvPr>
          <p:cNvSpPr>
            <a:spLocks noGrp="1" noChangeArrowheads="1"/>
          </p:cNvSpPr>
          <p:nvPr>
            <p:ph type="body" idx="1"/>
          </p:nvPr>
        </p:nvSpPr>
        <p:spPr bwMode="auto">
          <a:xfrm>
            <a:off x="812800" y="1074509"/>
            <a:ext cx="10523682"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India frequently faces natural disasters such as floods, earthquakes, and fires, making disaster preparedness essential in educational institutions.</a:t>
            </a:r>
          </a:p>
          <a:p>
            <a:pPr marL="0" lvl="0" indent="0" eaLnBrk="0" fontAlgn="base" hangingPunct="0">
              <a:lnSpc>
                <a:spcPct val="150000"/>
              </a:lnSpc>
              <a:spcBef>
                <a:spcPct val="0"/>
              </a:spcBef>
              <a:spcAft>
                <a:spcPct val="0"/>
              </a:spcAft>
              <a:buClrTx/>
              <a:buSzTx/>
              <a:buFontTx/>
              <a:buChar char="•"/>
            </a:pPr>
            <a:r>
              <a:rPr lang="en-US" sz="2000" dirty="0">
                <a:latin typeface="Cambria" panose="02040503050406030204" pitchFamily="18" charset="0"/>
                <a:ea typeface="Cambria" panose="02040503050406030204" pitchFamily="18" charset="0"/>
              </a:rPr>
              <a:t>Schools and colleges currently rely on </a:t>
            </a:r>
            <a:r>
              <a:rPr lang="en-US" sz="2000" b="1" dirty="0">
                <a:latin typeface="Cambria" panose="02040503050406030204" pitchFamily="18" charset="0"/>
                <a:ea typeface="Cambria" panose="02040503050406030204" pitchFamily="18" charset="0"/>
              </a:rPr>
              <a:t>theoretical guidelines</a:t>
            </a:r>
            <a:r>
              <a:rPr lang="en-US" sz="2000" dirty="0">
                <a:latin typeface="Cambria" panose="02040503050406030204" pitchFamily="18" charset="0"/>
                <a:ea typeface="Cambria" panose="02040503050406030204" pitchFamily="18" charset="0"/>
              </a:rPr>
              <a:t> with minimal practical training.</a:t>
            </a:r>
          </a:p>
          <a:p>
            <a:pPr marL="0" lvl="0" indent="0" eaLnBrk="0" fontAlgn="base" hangingPunct="0">
              <a:lnSpc>
                <a:spcPct val="150000"/>
              </a:lnSpc>
              <a:spcBef>
                <a:spcPct val="0"/>
              </a:spcBef>
              <a:spcAft>
                <a:spcPct val="0"/>
              </a:spcAft>
              <a:buClrTx/>
              <a:buSzTx/>
              <a:buFontTx/>
              <a:buChar char="•"/>
            </a:pPr>
            <a:r>
              <a:rPr lang="en-US" sz="2000" dirty="0">
                <a:latin typeface="Cambria" panose="02040503050406030204" pitchFamily="18" charset="0"/>
                <a:ea typeface="Cambria" panose="02040503050406030204" pitchFamily="18" charset="0"/>
              </a:rPr>
              <a:t>Existing research mainly focuses on </a:t>
            </a:r>
            <a:r>
              <a:rPr lang="en-US" sz="2000" b="1" dirty="0">
                <a:latin typeface="Cambria" panose="02040503050406030204" pitchFamily="18" charset="0"/>
                <a:ea typeface="Cambria" panose="02040503050406030204" pitchFamily="18" charset="0"/>
              </a:rPr>
              <a:t>general disaster management systems</a:t>
            </a:r>
            <a:r>
              <a:rPr lang="en-US" sz="2000" dirty="0">
                <a:latin typeface="Cambria" panose="02040503050406030204" pitchFamily="18" charset="0"/>
                <a:ea typeface="Cambria" panose="02040503050406030204" pitchFamily="18" charset="0"/>
              </a:rPr>
              <a:t> rather than student-centered education.</a:t>
            </a:r>
          </a:p>
          <a:p>
            <a:pPr marL="0" lvl="0" indent="0" eaLnBrk="0" fontAlgn="base" hangingPunct="0">
              <a:lnSpc>
                <a:spcPct val="150000"/>
              </a:lnSpc>
              <a:spcBef>
                <a:spcPct val="0"/>
              </a:spcBef>
              <a:spcAft>
                <a:spcPct val="0"/>
              </a:spcAft>
              <a:buClrTx/>
              <a:buSzTx/>
              <a:buFontTx/>
              <a:buChar char="•"/>
            </a:pPr>
            <a:r>
              <a:rPr lang="en-US" sz="2000" dirty="0">
                <a:latin typeface="Cambria" panose="02040503050406030204" pitchFamily="18" charset="0"/>
                <a:ea typeface="Cambria" panose="02040503050406030204" pitchFamily="18" charset="0"/>
              </a:rPr>
              <a:t>Few studies address </a:t>
            </a:r>
            <a:r>
              <a:rPr lang="en-US" sz="2000" b="1" dirty="0">
                <a:latin typeface="Cambria" panose="02040503050406030204" pitchFamily="18" charset="0"/>
                <a:ea typeface="Cambria" panose="02040503050406030204" pitchFamily="18" charset="0"/>
              </a:rPr>
              <a:t>digital learning platforms or virtual simulations</a:t>
            </a:r>
            <a:r>
              <a:rPr lang="en-US" sz="2000" dirty="0">
                <a:latin typeface="Cambria" panose="02040503050406030204" pitchFamily="18" charset="0"/>
                <a:ea typeface="Cambria" panose="02040503050406030204" pitchFamily="18" charset="0"/>
              </a:rPr>
              <a:t> for disaster preparedness in schools and colleges.</a:t>
            </a:r>
          </a:p>
          <a:p>
            <a:pPr marL="0" lvl="0" indent="0" eaLnBrk="0" fontAlgn="base" hangingPunct="0">
              <a:lnSpc>
                <a:spcPct val="150000"/>
              </a:lnSpc>
              <a:spcBef>
                <a:spcPct val="0"/>
              </a:spcBef>
              <a:spcAft>
                <a:spcPct val="0"/>
              </a:spcAft>
              <a:buClrTx/>
              <a:buSzTx/>
              <a:buFontTx/>
              <a:buChar char="•"/>
            </a:pPr>
            <a:r>
              <a:rPr lang="en-US" sz="2000" dirty="0">
                <a:latin typeface="Cambria" panose="02040503050406030204" pitchFamily="18" charset="0"/>
                <a:ea typeface="Cambria" panose="02040503050406030204" pitchFamily="18" charset="0"/>
              </a:rPr>
              <a:t>Hence, this project is proposed to provide practical, digital, and structured disaster education for students.</a:t>
            </a:r>
            <a:endParaRPr kumimoji="0" lang="en-US" altLang="en-US" sz="20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137369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B077329F-0DD8-FD18-0380-5DC16773CAD5}"/>
            </a:ext>
          </a:extLst>
        </p:cNvPr>
        <p:cNvGrpSpPr/>
        <p:nvPr/>
      </p:nvGrpSpPr>
      <p:grpSpPr>
        <a:xfrm>
          <a:off x="0" y="0"/>
          <a:ext cx="0" cy="0"/>
          <a:chOff x="0" y="0"/>
          <a:chExt cx="0" cy="0"/>
        </a:xfrm>
      </p:grpSpPr>
      <p:sp>
        <p:nvSpPr>
          <p:cNvPr id="96" name="Google Shape;96;p14">
            <a:extLst>
              <a:ext uri="{FF2B5EF4-FFF2-40B4-BE49-F238E27FC236}">
                <a16:creationId xmlns:a16="http://schemas.microsoft.com/office/drawing/2014/main" id="{AE8E8A0F-1865-A26F-1A36-0037BD0FAE77}"/>
              </a:ext>
            </a:extLst>
          </p:cNvPr>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Objectives</a:t>
            </a:r>
            <a:endParaRPr dirty="0">
              <a:latin typeface="Cambria" panose="02040503050406030204" pitchFamily="18" charset="0"/>
              <a:ea typeface="Cambria" panose="02040503050406030204" pitchFamily="18" charset="0"/>
            </a:endParaRPr>
          </a:p>
        </p:txBody>
      </p:sp>
      <p:sp>
        <p:nvSpPr>
          <p:cNvPr id="97" name="Google Shape;97;p14">
            <a:extLst>
              <a:ext uri="{FF2B5EF4-FFF2-40B4-BE49-F238E27FC236}">
                <a16:creationId xmlns:a16="http://schemas.microsoft.com/office/drawing/2014/main" id="{55104F7B-E917-752E-E5EC-34E18D3B2508}"/>
              </a:ext>
            </a:extLst>
          </p:cNvPr>
          <p:cNvSpPr txBox="1">
            <a:spLocks noGrp="1"/>
          </p:cNvSpPr>
          <p:nvPr>
            <p:ph type="body" idx="1"/>
          </p:nvPr>
        </p:nvSpPr>
        <p:spPr>
          <a:xfrm>
            <a:off x="655782" y="953729"/>
            <a:ext cx="10668000" cy="4075471"/>
          </a:xfrm>
          <a:prstGeom prst="rect">
            <a:avLst/>
          </a:prstGeom>
          <a:noFill/>
          <a:ln>
            <a:noFill/>
          </a:ln>
        </p:spPr>
        <p:txBody>
          <a:bodyPr spcFirstLastPara="1" wrap="square" lIns="91425" tIns="45700" rIns="91425" bIns="45700" anchor="t" anchorCtr="0">
            <a:noAutofit/>
          </a:bodyPr>
          <a:lstStyle/>
          <a:p>
            <a:pPr marL="495300" indent="-342900" algn="just">
              <a:lnSpc>
                <a:spcPct val="110000"/>
              </a:lnSpc>
              <a:spcBef>
                <a:spcPts val="0"/>
              </a:spcBef>
            </a:pPr>
            <a:r>
              <a:rPr lang="en-US" sz="2000" dirty="0">
                <a:latin typeface="Cambria" panose="02040503050406030204" pitchFamily="18" charset="0"/>
                <a:ea typeface="Cambria" panose="02040503050406030204" pitchFamily="18" charset="0"/>
              </a:rPr>
              <a:t>To design and develop a digital disaster preparedness and response education system that equips students and staff in schools and colleges with structured, practical knowledge to effectively respond to natural disasters.</a:t>
            </a:r>
          </a:p>
          <a:p>
            <a:pPr marL="495300" indent="-342900" algn="just">
              <a:lnSpc>
                <a:spcPct val="110000"/>
              </a:lnSpc>
              <a:spcBef>
                <a:spcPts val="0"/>
              </a:spcBef>
            </a:pPr>
            <a:r>
              <a:rPr lang="en-US" sz="2000" b="1" dirty="0">
                <a:latin typeface="Cambria" panose="02040503050406030204" pitchFamily="18" charset="0"/>
                <a:ea typeface="Cambria" panose="02040503050406030204" pitchFamily="18" charset="0"/>
              </a:rPr>
              <a:t>To provide region-specific disaster awareness</a:t>
            </a:r>
            <a:r>
              <a:rPr lang="en-US" sz="2000" dirty="0">
                <a:latin typeface="Cambria" panose="02040503050406030204" pitchFamily="18" charset="0"/>
                <a:ea typeface="Cambria" panose="02040503050406030204" pitchFamily="18" charset="0"/>
              </a:rPr>
              <a:t> by educating users about disasters commonly occurring in their geographical area (such as floods, earthquakes, cyclones, or fires).</a:t>
            </a:r>
          </a:p>
          <a:p>
            <a:pPr marL="495300" indent="-342900" algn="just">
              <a:lnSpc>
                <a:spcPct val="110000"/>
              </a:lnSpc>
              <a:spcBef>
                <a:spcPts val="0"/>
              </a:spcBef>
            </a:pPr>
            <a:r>
              <a:rPr lang="en-US" sz="2000" b="1" dirty="0">
                <a:latin typeface="Cambria" panose="02040503050406030204" pitchFamily="18" charset="0"/>
                <a:ea typeface="Cambria" panose="02040503050406030204" pitchFamily="18" charset="0"/>
              </a:rPr>
              <a:t>To simulate real-life disaster scenarios through virtual drills and interactive modules</a:t>
            </a:r>
            <a:r>
              <a:rPr lang="en-US" sz="2000" dirty="0">
                <a:latin typeface="Cambria" panose="02040503050406030204" pitchFamily="18" charset="0"/>
                <a:ea typeface="Cambria" panose="02040503050406030204" pitchFamily="18" charset="0"/>
              </a:rPr>
              <a:t>, enabling students to practice safety protocols in a risk-free environment.</a:t>
            </a:r>
          </a:p>
          <a:p>
            <a:pPr marL="495300" indent="-342900" algn="just">
              <a:lnSpc>
                <a:spcPct val="110000"/>
              </a:lnSpc>
              <a:spcBef>
                <a:spcPts val="0"/>
              </a:spcBef>
            </a:pPr>
            <a:r>
              <a:rPr lang="en-US" sz="2000" b="1" dirty="0">
                <a:latin typeface="Cambria" panose="02040503050406030204" pitchFamily="18" charset="0"/>
                <a:ea typeface="Cambria" panose="02040503050406030204" pitchFamily="18" charset="0"/>
              </a:rPr>
              <a:t>To improve preparedness and response skills of students and staff</a:t>
            </a:r>
            <a:r>
              <a:rPr lang="en-US" sz="2000" dirty="0">
                <a:latin typeface="Cambria" panose="02040503050406030204" pitchFamily="18" charset="0"/>
                <a:ea typeface="Cambria" panose="02040503050406030204" pitchFamily="18" charset="0"/>
              </a:rPr>
              <a:t> by training them on evacuation procedures, first aid, emergency communication, and safety measures.</a:t>
            </a:r>
          </a:p>
          <a:p>
            <a:pPr marL="495300" indent="-342900" algn="just">
              <a:lnSpc>
                <a:spcPct val="110000"/>
              </a:lnSpc>
              <a:spcBef>
                <a:spcPts val="0"/>
              </a:spcBef>
            </a:pPr>
            <a:r>
              <a:rPr lang="en-US" sz="2000" b="1" dirty="0">
                <a:latin typeface="Cambria" panose="02040503050406030204" pitchFamily="18" charset="0"/>
                <a:ea typeface="Cambria" panose="02040503050406030204" pitchFamily="18" charset="0"/>
              </a:rPr>
              <a:t>To overcome limitations of manual disaster drills</a:t>
            </a:r>
            <a:r>
              <a:rPr lang="en-US" sz="2000" dirty="0">
                <a:latin typeface="Cambria" panose="02040503050406030204" pitchFamily="18" charset="0"/>
                <a:ea typeface="Cambria" panose="02040503050406030204" pitchFamily="18" charset="0"/>
              </a:rPr>
              <a:t> by offering frequent, scalable, and well-coordinated digital training sessions.</a:t>
            </a:r>
          </a:p>
          <a:p>
            <a:pPr marL="495300" indent="-342900" algn="just">
              <a:lnSpc>
                <a:spcPct val="110000"/>
              </a:lnSpc>
              <a:spcBef>
                <a:spcPts val="0"/>
              </a:spcBef>
            </a:pPr>
            <a:r>
              <a:rPr lang="en-US" sz="2000" b="1" dirty="0">
                <a:latin typeface="Cambria" panose="02040503050406030204" pitchFamily="18" charset="0"/>
                <a:ea typeface="Cambria" panose="02040503050406030204" pitchFamily="18" charset="0"/>
              </a:rPr>
              <a:t>To promote a culture of safety and resilience within educational institutions</a:t>
            </a:r>
            <a:r>
              <a:rPr lang="en-US" sz="2000" dirty="0">
                <a:latin typeface="Cambria" panose="02040503050406030204" pitchFamily="18" charset="0"/>
                <a:ea typeface="Cambria" panose="02040503050406030204" pitchFamily="18" charset="0"/>
              </a:rPr>
              <a:t> by encouraging continuous learning and awareness in disaster risk reduction.</a:t>
            </a:r>
          </a:p>
        </p:txBody>
      </p:sp>
    </p:spTree>
    <p:extLst>
      <p:ext uri="{BB962C8B-B14F-4D97-AF65-F5344CB8AC3E}">
        <p14:creationId xmlns:p14="http://schemas.microsoft.com/office/powerpoint/2010/main" val="28926180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Analysis of Problem Statement</a:t>
            </a:r>
          </a:p>
        </p:txBody>
      </p:sp>
      <p:sp>
        <p:nvSpPr>
          <p:cNvPr id="3" name="Text Placeholder 2">
            <a:extLst>
              <a:ext uri="{FF2B5EF4-FFF2-40B4-BE49-F238E27FC236}">
                <a16:creationId xmlns:a16="http://schemas.microsoft.com/office/drawing/2014/main" id="{5911A5DD-6D66-AFFE-89C6-DCAE2C827937}"/>
              </a:ext>
            </a:extLst>
          </p:cNvPr>
          <p:cNvSpPr>
            <a:spLocks noGrp="1" noChangeArrowheads="1"/>
          </p:cNvSpPr>
          <p:nvPr>
            <p:ph type="body" idx="1"/>
          </p:nvPr>
        </p:nvSpPr>
        <p:spPr bwMode="auto">
          <a:xfrm>
            <a:off x="812800" y="1143759"/>
            <a:ext cx="10752282" cy="45704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Many schools and colleges in India are </a:t>
            </a: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not well prepared</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for natural disasters like floods, earthquakes, and fires.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Although safety guidelines exist, they are </a:t>
            </a: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mostly on paper</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and not practiced regularly.</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Disaster management is not part of regular education</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so students lack proper awareness and confidence.</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Manual drills are rare and ineffective</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giving little real-life experience.</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There are </a:t>
            </a: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no digital tools or simulations</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to train students for disaster situations.</a:t>
            </a:r>
          </a:p>
          <a:p>
            <a:pPr marL="0" lvl="0" indent="0" eaLnBrk="0" fontAlgn="base" hangingPunct="0">
              <a:lnSpc>
                <a:spcPct val="150000"/>
              </a:lnSpc>
              <a:spcBef>
                <a:spcPct val="0"/>
              </a:spcBef>
              <a:spcAft>
                <a:spcPct val="0"/>
              </a:spcAft>
              <a:buClrTx/>
              <a:buSzTx/>
              <a:buFontTx/>
              <a:buChar char="•"/>
            </a:pPr>
            <a:r>
              <a:rPr lang="en-US" sz="2000" dirty="0">
                <a:latin typeface="Cambria" panose="02040503050406030204" pitchFamily="18" charset="0"/>
                <a:ea typeface="Cambria" panose="02040503050406030204" pitchFamily="18" charset="0"/>
              </a:rPr>
              <a:t>This highlights the need for a </a:t>
            </a:r>
            <a:r>
              <a:rPr lang="en-US" sz="2000" b="1" dirty="0">
                <a:latin typeface="Cambria" panose="02040503050406030204" pitchFamily="18" charset="0"/>
                <a:ea typeface="Cambria" panose="02040503050406030204" pitchFamily="18" charset="0"/>
              </a:rPr>
              <a:t>digital disaster preparedness and response education system</a:t>
            </a:r>
            <a:r>
              <a:rPr lang="en-US" sz="2000" dirty="0">
                <a:latin typeface="Cambria" panose="02040503050406030204" pitchFamily="18" charset="0"/>
                <a:ea typeface="Cambria" panose="02040503050406030204" pitchFamily="18" charset="0"/>
              </a:rPr>
              <a:t> to improve awareness, readiness, and safety among students and staff.</a:t>
            </a:r>
            <a:endPar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030816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E735F89C-E2BA-54D8-CDD5-5CBA4E5A0769}"/>
            </a:ext>
          </a:extLst>
        </p:cNvPr>
        <p:cNvGrpSpPr/>
        <p:nvPr/>
      </p:nvGrpSpPr>
      <p:grpSpPr>
        <a:xfrm>
          <a:off x="0" y="0"/>
          <a:ext cx="0" cy="0"/>
          <a:chOff x="0" y="0"/>
          <a:chExt cx="0" cy="0"/>
        </a:xfrm>
      </p:grpSpPr>
      <p:sp>
        <p:nvSpPr>
          <p:cNvPr id="114" name="Google Shape;114;p17">
            <a:extLst>
              <a:ext uri="{FF2B5EF4-FFF2-40B4-BE49-F238E27FC236}">
                <a16:creationId xmlns:a16="http://schemas.microsoft.com/office/drawing/2014/main" id="{88311C06-0E13-B644-05F7-D0C77E61E4E8}"/>
              </a:ext>
            </a:extLst>
          </p:cNvPr>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Analysis of Problem Statement</a:t>
            </a:r>
          </a:p>
        </p:txBody>
      </p:sp>
      <p:sp>
        <p:nvSpPr>
          <p:cNvPr id="115" name="Google Shape;115;p17">
            <a:extLst>
              <a:ext uri="{FF2B5EF4-FFF2-40B4-BE49-F238E27FC236}">
                <a16:creationId xmlns:a16="http://schemas.microsoft.com/office/drawing/2014/main" id="{B74A1F8D-3876-0777-9BD7-871D65F2E1CC}"/>
              </a:ext>
            </a:extLst>
          </p:cNvPr>
          <p:cNvSpPr txBox="1">
            <a:spLocks noGrp="1"/>
          </p:cNvSpPr>
          <p:nvPr>
            <p:ph type="body" idx="1"/>
          </p:nvPr>
        </p:nvSpPr>
        <p:spPr>
          <a:xfrm>
            <a:off x="812800" y="1194955"/>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r>
              <a:rPr lang="en-US" b="1" dirty="0">
                <a:latin typeface="Cambria" panose="02040503050406030204" pitchFamily="18" charset="0"/>
                <a:ea typeface="Cambria" panose="02040503050406030204" pitchFamily="18" charset="0"/>
              </a:rPr>
              <a:t>Technology Stack Components:</a:t>
            </a: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2" name="Rectangle 1">
            <a:extLst>
              <a:ext uri="{FF2B5EF4-FFF2-40B4-BE49-F238E27FC236}">
                <a16:creationId xmlns:a16="http://schemas.microsoft.com/office/drawing/2014/main" id="{0CF3C343-7741-475C-BCF2-FF989935B679}"/>
              </a:ext>
            </a:extLst>
          </p:cNvPr>
          <p:cNvSpPr>
            <a:spLocks noChangeArrowheads="1"/>
          </p:cNvSpPr>
          <p:nvPr/>
        </p:nvSpPr>
        <p:spPr bwMode="auto">
          <a:xfrm>
            <a:off x="958850" y="1593963"/>
            <a:ext cx="1027430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Frontend:</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HTML, CSS, JavaScript – for building a responsive and user-friendly interface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Backend:</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Java / Python (Flask/Django) / Node.js – for handling application logic and user management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Database:</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MySQL / MongoDB – to store user data, training records, and assessment results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Simulation &amp; Learning Modules:</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Interactive web-based simulations and quizzes for disaster scenarios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Deployment Platform:</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Cloud-based hosting (AWS / Azure / Local Server) for scalability and accessibility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1" i="0" u="none" strike="noStrike" cap="none" normalizeH="0" baseline="0" dirty="0">
                <a:ln>
                  <a:noFill/>
                </a:ln>
                <a:solidFill>
                  <a:schemeClr val="tx1"/>
                </a:solidFill>
                <a:effectLst/>
                <a:latin typeface="Cambria" panose="02040503050406030204" pitchFamily="18" charset="0"/>
                <a:ea typeface="Cambria" panose="02040503050406030204" pitchFamily="18" charset="0"/>
              </a:rPr>
              <a:t>Tools &amp; APIs:</a:t>
            </a:r>
            <a:r>
              <a:rPr kumimoji="0" lang="en-US" altLang="en-US" sz="2200" b="0" i="0" u="none" strike="noStrike" cap="none" normalizeH="0" baseline="0" dirty="0">
                <a:ln>
                  <a:noFill/>
                </a:ln>
                <a:solidFill>
                  <a:schemeClr val="tx1"/>
                </a:solidFill>
                <a:effectLst/>
                <a:latin typeface="Cambria" panose="02040503050406030204" pitchFamily="18" charset="0"/>
                <a:ea typeface="Cambria" panose="02040503050406030204" pitchFamily="18" charset="0"/>
              </a:rPr>
              <a:t> Maps API, Notification services, and Analytics tools for location-based awareness and performance tracking</a:t>
            </a:r>
          </a:p>
        </p:txBody>
      </p:sp>
    </p:spTree>
    <p:extLst>
      <p:ext uri="{BB962C8B-B14F-4D97-AF65-F5344CB8AC3E}">
        <p14:creationId xmlns:p14="http://schemas.microsoft.com/office/powerpoint/2010/main" val="11002729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Analysis of Problem Statement </a:t>
            </a:r>
            <a:r>
              <a:rPr lang="en-US" sz="2000" dirty="0">
                <a:latin typeface="Cambria" panose="02040503050406030204" pitchFamily="18" charset="0"/>
                <a:ea typeface="Cambria" panose="02040503050406030204" pitchFamily="18" charset="0"/>
              </a:rPr>
              <a:t>(contd...)</a:t>
            </a:r>
            <a:endParaRPr lang="en-US"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762000" y="762138"/>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lnSpc>
                <a:spcPct val="200000"/>
              </a:lnSpc>
              <a:spcBef>
                <a:spcPts val="0"/>
              </a:spcBef>
              <a:spcAft>
                <a:spcPts val="0"/>
              </a:spcAft>
              <a:buClr>
                <a:schemeClr val="dk1"/>
              </a:buClr>
              <a:buSzPct val="100000"/>
              <a:buNone/>
            </a:pPr>
            <a:r>
              <a:rPr lang="en-US" sz="2200" b="1" dirty="0">
                <a:latin typeface="Cambria" panose="02040503050406030204" pitchFamily="18" charset="0"/>
                <a:ea typeface="Cambria" panose="02040503050406030204" pitchFamily="18" charset="0"/>
              </a:rPr>
              <a:t>Software Requirements:</a:t>
            </a:r>
            <a:endParaRPr lang="en-IN" sz="2200" b="1" dirty="0">
              <a:latin typeface="Cambria" panose="02040503050406030204" pitchFamily="18" charset="0"/>
              <a:ea typeface="Cambria" panose="02040503050406030204" pitchFamily="18" charset="0"/>
            </a:endParaRPr>
          </a:p>
          <a:p>
            <a:r>
              <a:rPr lang="en-IN" sz="2000" dirty="0">
                <a:latin typeface="Cambria" panose="02040503050406030204" pitchFamily="18" charset="0"/>
                <a:ea typeface="Cambria" panose="02040503050406030204" pitchFamily="18" charset="0"/>
              </a:rPr>
              <a:t>Operating System: Windows / Linux / macOS</a:t>
            </a:r>
          </a:p>
          <a:p>
            <a:r>
              <a:rPr lang="en-IN" sz="2000" dirty="0">
                <a:latin typeface="Cambria" panose="02040503050406030204" pitchFamily="18" charset="0"/>
                <a:ea typeface="Cambria" panose="02040503050406030204" pitchFamily="18" charset="0"/>
              </a:rPr>
              <a:t>Frontend Technologies: HTML, CSS, JavaScript</a:t>
            </a:r>
          </a:p>
          <a:p>
            <a:r>
              <a:rPr lang="en-IN" sz="2000" dirty="0">
                <a:latin typeface="Cambria" panose="02040503050406030204" pitchFamily="18" charset="0"/>
                <a:ea typeface="Cambria" panose="02040503050406030204" pitchFamily="18" charset="0"/>
              </a:rPr>
              <a:t>Backend Technologies: Java / Python / Node.js</a:t>
            </a:r>
          </a:p>
          <a:p>
            <a:r>
              <a:rPr lang="en-IN" sz="2000" dirty="0">
                <a:latin typeface="Cambria" panose="02040503050406030204" pitchFamily="18" charset="0"/>
                <a:ea typeface="Cambria" panose="02040503050406030204" pitchFamily="18" charset="0"/>
              </a:rPr>
              <a:t>Database: MySQL / MongoDB</a:t>
            </a:r>
          </a:p>
          <a:p>
            <a:r>
              <a:rPr lang="en-IN" sz="2000" dirty="0">
                <a:latin typeface="Cambria" panose="02040503050406030204" pitchFamily="18" charset="0"/>
                <a:ea typeface="Cambria" panose="02040503050406030204" pitchFamily="18" charset="0"/>
              </a:rPr>
              <a:t>Web Browser: Google Chrome / Mozilla Firefox</a:t>
            </a:r>
          </a:p>
          <a:p>
            <a:r>
              <a:rPr lang="en-IN" sz="2000" dirty="0">
                <a:latin typeface="Cambria" panose="02040503050406030204" pitchFamily="18" charset="0"/>
                <a:ea typeface="Cambria" panose="02040503050406030204" pitchFamily="18" charset="0"/>
              </a:rPr>
              <a:t>Development Tools: VS Code / IntelliJ / Eclipse</a:t>
            </a:r>
          </a:p>
          <a:p>
            <a:pPr marL="76200" indent="0">
              <a:buNone/>
            </a:pPr>
            <a:r>
              <a:rPr lang="en-US" sz="2200" b="1" dirty="0">
                <a:latin typeface="Cambria" panose="02040503050406030204" pitchFamily="18" charset="0"/>
                <a:ea typeface="Cambria" panose="02040503050406030204" pitchFamily="18" charset="0"/>
              </a:rPr>
              <a:t>Hardware Requirements:</a:t>
            </a:r>
          </a:p>
          <a:p>
            <a:r>
              <a:rPr lang="en-US" sz="2000" dirty="0">
                <a:latin typeface="Cambria" panose="02040503050406030204" pitchFamily="18" charset="0"/>
                <a:ea typeface="Cambria" panose="02040503050406030204" pitchFamily="18" charset="0"/>
              </a:rPr>
              <a:t>Processor: Intel i3 or higher</a:t>
            </a:r>
          </a:p>
          <a:p>
            <a:r>
              <a:rPr lang="en-US" sz="2000" dirty="0">
                <a:latin typeface="Cambria" panose="02040503050406030204" pitchFamily="18" charset="0"/>
                <a:ea typeface="Cambria" panose="02040503050406030204" pitchFamily="18" charset="0"/>
              </a:rPr>
              <a:t>RAM: Minimum 4 GB (8 GB recommended)</a:t>
            </a:r>
          </a:p>
          <a:p>
            <a:r>
              <a:rPr lang="en-US" sz="2000" dirty="0">
                <a:latin typeface="Cambria" panose="02040503050406030204" pitchFamily="18" charset="0"/>
                <a:ea typeface="Cambria" panose="02040503050406030204" pitchFamily="18" charset="0"/>
              </a:rPr>
              <a:t>Storage: Minimum 100 GB free space</a:t>
            </a:r>
          </a:p>
          <a:p>
            <a:r>
              <a:rPr lang="en-US" sz="2000" dirty="0">
                <a:latin typeface="Cambria" panose="02040503050406030204" pitchFamily="18" charset="0"/>
                <a:ea typeface="Cambria" panose="02040503050406030204" pitchFamily="18" charset="0"/>
              </a:rPr>
              <a:t>Internet Connection: Required for online access and updates</a:t>
            </a:r>
          </a:p>
          <a:p>
            <a:pPr marL="76200" indent="0">
              <a:buNone/>
            </a:pPr>
            <a:endParaRPr lang="en-IN" sz="2000"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388325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Github Link</a:t>
            </a: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4" name="Google Shape;115;p17"/>
          <p:cNvSpPr txBox="1">
            <a:spLocks/>
          </p:cNvSpPr>
          <p:nvPr/>
        </p:nvSpPr>
        <p:spPr>
          <a:xfrm>
            <a:off x="965200" y="1295400"/>
            <a:ext cx="10668000" cy="49530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p:txBody>
      </p:sp>
      <p:sp>
        <p:nvSpPr>
          <p:cNvPr id="5" name="Google Shape;115;p17"/>
          <p:cNvSpPr txBox="1">
            <a:spLocks/>
          </p:cNvSpPr>
          <p:nvPr/>
        </p:nvSpPr>
        <p:spPr>
          <a:xfrm>
            <a:off x="812800" y="1143000"/>
            <a:ext cx="10668000" cy="41783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r>
              <a:rPr lang="en-US" dirty="0">
                <a:latin typeface="Cambria" panose="02040503050406030204" pitchFamily="18" charset="0"/>
                <a:ea typeface="Cambria" panose="02040503050406030204" pitchFamily="18" charset="0"/>
              </a:rPr>
              <a:t>The Github link provided should have public access permission.</a:t>
            </a:r>
          </a:p>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spcBef>
                <a:spcPts val="0"/>
              </a:spcBef>
              <a:buSzPct val="100000"/>
              <a:buFont typeface="Arial"/>
              <a:buNone/>
            </a:pPr>
            <a:r>
              <a:rPr lang="en-US" b="1" dirty="0">
                <a:solidFill>
                  <a:schemeClr val="accent2">
                    <a:lumMod val="75000"/>
                  </a:schemeClr>
                </a:solidFill>
                <a:latin typeface="Cambria" panose="02040503050406030204" pitchFamily="18" charset="0"/>
                <a:ea typeface="Cambria" panose="02040503050406030204" pitchFamily="18" charset="0"/>
              </a:rPr>
              <a:t>Github Link</a:t>
            </a:r>
          </a:p>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None/>
            </a:pPr>
            <a:r>
              <a:rPr lang="en-US" dirty="0">
                <a:latin typeface="Cambria" panose="02040503050406030204" pitchFamily="18" charset="0"/>
                <a:ea typeface="Cambria" panose="02040503050406030204" pitchFamily="18" charset="0"/>
              </a:rPr>
              <a:t>https://github.com/nithyahd/safelearn</a:t>
            </a: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563573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Timeline of the Project (Gantt Chart)</a:t>
            </a:r>
            <a:endParaRPr dirty="0">
              <a:latin typeface="Cambria" panose="02040503050406030204" pitchFamily="18" charset="0"/>
              <a:ea typeface="Cambria" panose="02040503050406030204" pitchFamily="18" charset="0"/>
            </a:endParaRPr>
          </a:p>
        </p:txBody>
      </p:sp>
      <p:pic>
        <p:nvPicPr>
          <p:cNvPr id="7" name="Picture 6">
            <a:extLst>
              <a:ext uri="{FF2B5EF4-FFF2-40B4-BE49-F238E27FC236}">
                <a16:creationId xmlns:a16="http://schemas.microsoft.com/office/drawing/2014/main" id="{627ADCA6-FCE2-03FD-978D-5099807D9C5B}"/>
              </a:ext>
            </a:extLst>
          </p:cNvPr>
          <p:cNvPicPr>
            <a:picLocks noChangeAspect="1"/>
          </p:cNvPicPr>
          <p:nvPr/>
        </p:nvPicPr>
        <p:blipFill>
          <a:blip r:embed="rId3"/>
          <a:stretch>
            <a:fillRect/>
          </a:stretch>
        </p:blipFill>
        <p:spPr>
          <a:xfrm>
            <a:off x="952500" y="976745"/>
            <a:ext cx="10287000" cy="5101937"/>
          </a:xfrm>
          <a:prstGeom prst="rect">
            <a:avLst/>
          </a:prstGeom>
        </p:spPr>
      </p:pic>
    </p:spTree>
    <p:extLst>
      <p:ext uri="{BB962C8B-B14F-4D97-AF65-F5344CB8AC3E}">
        <p14:creationId xmlns:p14="http://schemas.microsoft.com/office/powerpoint/2010/main" val="4798902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2"/>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lvl="0"/>
            <a:r>
              <a:rPr lang="en-GB" dirty="0">
                <a:latin typeface="Cambria" panose="02040503050406030204" pitchFamily="18" charset="0"/>
                <a:ea typeface="Cambria" panose="02040503050406030204" pitchFamily="18" charset="0"/>
              </a:rPr>
              <a:t>References (IEEE Paper format)</a:t>
            </a:r>
            <a:endParaRPr dirty="0">
              <a:latin typeface="Cambria" panose="02040503050406030204" pitchFamily="18" charset="0"/>
              <a:ea typeface="Cambria" panose="02040503050406030204" pitchFamily="18" charset="0"/>
            </a:endParaRPr>
          </a:p>
        </p:txBody>
      </p:sp>
      <p:sp>
        <p:nvSpPr>
          <p:cNvPr id="145" name="Google Shape;145;p22"/>
          <p:cNvSpPr txBox="1">
            <a:spLocks noGrp="1"/>
          </p:cNvSpPr>
          <p:nvPr>
            <p:ph type="body" idx="1"/>
          </p:nvPr>
        </p:nvSpPr>
        <p:spPr>
          <a:xfrm>
            <a:off x="230909" y="862446"/>
            <a:ext cx="10668000" cy="4953000"/>
          </a:xfrm>
          <a:prstGeom prst="rect">
            <a:avLst/>
          </a:prstGeom>
          <a:noFill/>
          <a:ln>
            <a:noFill/>
          </a:ln>
        </p:spPr>
        <p:txBody>
          <a:bodyPr spcFirstLastPara="1" wrap="square" lIns="91425" tIns="45700" rIns="91425" bIns="45700" anchor="t" anchorCtr="0">
            <a:normAutofit/>
          </a:bodyPr>
          <a:lstStyle/>
          <a:p>
            <a:pPr marL="152400" indent="0">
              <a:spcBef>
                <a:spcPts val="0"/>
              </a:spcBef>
              <a:buNone/>
            </a:pPr>
            <a:endParaRPr lang="en-US" sz="2200" dirty="0">
              <a:latin typeface="Cambria" panose="02040503050406030204" pitchFamily="18" charset="0"/>
              <a:ea typeface="Cambria" panose="02040503050406030204" pitchFamily="18" charset="0"/>
            </a:endParaRPr>
          </a:p>
          <a:p>
            <a:pPr marL="609600" lvl="1" indent="0">
              <a:spcBef>
                <a:spcPts val="0"/>
              </a:spcBef>
              <a:buNone/>
            </a:pPr>
            <a:r>
              <a:rPr lang="en-US" sz="2200" b="1" dirty="0">
                <a:latin typeface="Cambria" panose="02040503050406030204" pitchFamily="18" charset="0"/>
                <a:ea typeface="Cambria" panose="02040503050406030204" pitchFamily="18" charset="0"/>
              </a:rPr>
              <a:t>[1]</a:t>
            </a:r>
            <a:br>
              <a:rPr lang="en-US" sz="2200" dirty="0">
                <a:latin typeface="Cambria" panose="02040503050406030204" pitchFamily="18" charset="0"/>
                <a:ea typeface="Cambria" panose="02040503050406030204" pitchFamily="18" charset="0"/>
              </a:rPr>
            </a:br>
            <a:r>
              <a:rPr lang="en-US" sz="2200" dirty="0">
                <a:latin typeface="Cambria" panose="02040503050406030204" pitchFamily="18" charset="0"/>
                <a:ea typeface="Cambria" panose="02040503050406030204" pitchFamily="18" charset="0"/>
              </a:rPr>
              <a:t>S. Shaw, R. Takeuchi, and S. K. Jain,</a:t>
            </a:r>
            <a:br>
              <a:rPr lang="en-US" sz="2200" dirty="0">
                <a:latin typeface="Cambria" panose="02040503050406030204" pitchFamily="18" charset="0"/>
                <a:ea typeface="Cambria" panose="02040503050406030204" pitchFamily="18" charset="0"/>
              </a:rPr>
            </a:br>
            <a:r>
              <a:rPr lang="en-US" sz="2200" dirty="0">
                <a:latin typeface="Cambria" panose="02040503050406030204" pitchFamily="18" charset="0"/>
                <a:ea typeface="Cambria" panose="02040503050406030204" pitchFamily="18" charset="0"/>
              </a:rPr>
              <a:t>“</a:t>
            </a:r>
            <a:r>
              <a:rPr lang="en-US" sz="2200" b="1" dirty="0">
                <a:latin typeface="Cambria" panose="02040503050406030204" pitchFamily="18" charset="0"/>
                <a:ea typeface="Cambria" panose="02040503050406030204" pitchFamily="18" charset="0"/>
              </a:rPr>
              <a:t>Disaster education and preparedness: A systematic review of school-based disaster risk reduction programs</a:t>
            </a:r>
            <a:r>
              <a:rPr lang="en-US" sz="2200" dirty="0">
                <a:latin typeface="Cambria" panose="02040503050406030204" pitchFamily="18" charset="0"/>
                <a:ea typeface="Cambria" panose="02040503050406030204" pitchFamily="18" charset="0"/>
              </a:rPr>
              <a:t>,”</a:t>
            </a:r>
          </a:p>
          <a:p>
            <a:pPr marL="609600" lvl="1" indent="0">
              <a:spcBef>
                <a:spcPts val="0"/>
              </a:spcBef>
              <a:buNone/>
            </a:pPr>
            <a:endParaRPr lang="en-US" sz="2200" dirty="0">
              <a:latin typeface="Cambria" panose="02040503050406030204" pitchFamily="18" charset="0"/>
              <a:ea typeface="Cambria" panose="02040503050406030204" pitchFamily="18" charset="0"/>
            </a:endParaRPr>
          </a:p>
          <a:p>
            <a:pPr marL="609600" lvl="1" indent="0">
              <a:spcBef>
                <a:spcPts val="0"/>
              </a:spcBef>
              <a:buNone/>
            </a:pPr>
            <a:r>
              <a:rPr lang="en-US" sz="2200" dirty="0">
                <a:latin typeface="Cambria" panose="02040503050406030204" pitchFamily="18" charset="0"/>
                <a:ea typeface="Cambria" panose="02040503050406030204" pitchFamily="18" charset="0"/>
              </a:rPr>
              <a:t>[2] A. R. Mishra and P. K. Singh,</a:t>
            </a:r>
            <a:br>
              <a:rPr lang="en-US" sz="2200" dirty="0">
                <a:latin typeface="Cambria" panose="02040503050406030204" pitchFamily="18" charset="0"/>
                <a:ea typeface="Cambria" panose="02040503050406030204" pitchFamily="18" charset="0"/>
              </a:rPr>
            </a:br>
            <a:r>
              <a:rPr lang="en-US" sz="2200" dirty="0">
                <a:latin typeface="Cambria" panose="02040503050406030204" pitchFamily="18" charset="0"/>
                <a:ea typeface="Cambria" panose="02040503050406030204" pitchFamily="18" charset="0"/>
              </a:rPr>
              <a:t>“</a:t>
            </a:r>
            <a:r>
              <a:rPr lang="en-US" sz="2200" b="1" dirty="0">
                <a:latin typeface="Cambria" panose="02040503050406030204" pitchFamily="18" charset="0"/>
                <a:ea typeface="Cambria" panose="02040503050406030204" pitchFamily="18" charset="0"/>
              </a:rPr>
              <a:t>A digital framework for disaster preparedness and emergency response training using simulation-based learning</a:t>
            </a:r>
            <a:r>
              <a:rPr lang="en-US" sz="2200" dirty="0">
                <a:latin typeface="Cambria" panose="02040503050406030204" pitchFamily="18" charset="0"/>
                <a:ea typeface="Cambria" panose="02040503050406030204" pitchFamily="18" charset="0"/>
              </a:rPr>
              <a:t>,”</a:t>
            </a:r>
          </a:p>
          <a:p>
            <a:pPr marL="609600" lvl="1" indent="0">
              <a:spcBef>
                <a:spcPts val="0"/>
              </a:spcBef>
              <a:buNone/>
            </a:pPr>
            <a:endParaRPr lang="en-US" sz="2200" dirty="0">
              <a:latin typeface="Cambria" panose="02040503050406030204" pitchFamily="18" charset="0"/>
              <a:ea typeface="Cambria" panose="02040503050406030204" pitchFamily="18" charset="0"/>
            </a:endParaRPr>
          </a:p>
          <a:p>
            <a:pPr marL="152400" indent="0">
              <a:spcBef>
                <a:spcPts val="0"/>
              </a:spcBef>
              <a:buNone/>
            </a:pPr>
            <a:endParaRPr lang="en-US" sz="2200" dirty="0">
              <a:latin typeface="Cambria" panose="02040503050406030204" pitchFamily="18" charset="0"/>
              <a:ea typeface="Cambria" panose="02040503050406030204" pitchFamily="18" charset="0"/>
            </a:endParaRPr>
          </a:p>
          <a:p>
            <a:pPr marL="152400" indent="0">
              <a:spcBef>
                <a:spcPts val="0"/>
              </a:spcBef>
              <a:buNone/>
            </a:pPr>
            <a:endParaRPr lang="en-US" sz="2200" dirty="0">
              <a:latin typeface="Cambria" panose="02040503050406030204" pitchFamily="18" charset="0"/>
              <a:ea typeface="Cambria" panose="02040503050406030204" pitchFamily="18" charset="0"/>
            </a:endParaRPr>
          </a:p>
          <a:p>
            <a:pPr marL="152400" indent="0">
              <a:spcBef>
                <a:spcPts val="0"/>
              </a:spcBef>
              <a:buNone/>
            </a:pPr>
            <a:endParaRPr sz="2200" dirty="0">
              <a:latin typeface="Cambria" panose="02040503050406030204" pitchFamily="18" charset="0"/>
              <a:ea typeface="Cambria" panose="020405030504060302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pic>
        <p:nvPicPr>
          <p:cNvPr id="5" name="Picture 4">
            <a:extLst>
              <a:ext uri="{FF2B5EF4-FFF2-40B4-BE49-F238E27FC236}">
                <a16:creationId xmlns:a16="http://schemas.microsoft.com/office/drawing/2014/main" id="{C63A00FF-89F0-DC87-D900-930227B33E5D}"/>
              </a:ext>
            </a:extLst>
          </p:cNvPr>
          <p:cNvPicPr>
            <a:picLocks noChangeAspect="1"/>
          </p:cNvPicPr>
          <p:nvPr/>
        </p:nvPicPr>
        <p:blipFill>
          <a:blip r:embed="rId3"/>
          <a:stretch>
            <a:fillRect/>
          </a:stretch>
        </p:blipFill>
        <p:spPr>
          <a:xfrm>
            <a:off x="4082811" y="1441315"/>
            <a:ext cx="3893305" cy="3935471"/>
          </a:xfrm>
          <a:prstGeom prst="rect">
            <a:avLst/>
          </a:prstGeom>
        </p:spPr>
      </p:pic>
    </p:spTree>
  </p:cSld>
  <p:clrMapOvr>
    <a:masterClrMapping/>
  </p:clrMapOvr>
</p:sld>
</file>

<file path=ppt/theme/theme1.xml><?xml version="1.0" encoding="utf-8"?>
<a:theme xmlns:a="http://schemas.openxmlformats.org/drawingml/2006/main" name="Bioinformatics">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279</TotalTime>
  <Words>925</Words>
  <Application>Microsoft Office PowerPoint</Application>
  <PresentationFormat>Widescreen</PresentationFormat>
  <Paragraphs>103</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Cambria</vt:lpstr>
      <vt:lpstr>Verdana</vt:lpstr>
      <vt:lpstr>Wingdings</vt:lpstr>
      <vt:lpstr>Bioinformatics</vt:lpstr>
      <vt:lpstr>Disaster Preparedness and Response Education System for  Schools and Colleges</vt:lpstr>
      <vt:lpstr>Problem Statement Number:SIH25008 </vt:lpstr>
      <vt:lpstr>Content</vt:lpstr>
      <vt:lpstr>Background and Related work for title Selection </vt:lpstr>
      <vt:lpstr>Objectives</vt:lpstr>
      <vt:lpstr>Analysis of Problem Statement</vt:lpstr>
      <vt:lpstr>Analysis of Problem Statement</vt:lpstr>
      <vt:lpstr>Analysis of Problem Statement (contd...)</vt:lpstr>
      <vt:lpstr>Github Link</vt:lpstr>
      <vt:lpstr>Timeline of the Project (Gantt Chart)</vt:lpstr>
      <vt:lpstr>References (IEEE Paper format)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Admin</dc:creator>
  <cp:lastModifiedBy>nithyahd2004@gmail.com</cp:lastModifiedBy>
  <cp:revision>44</cp:revision>
  <dcterms:modified xsi:type="dcterms:W3CDTF">2026-04-23T14:40:23Z</dcterms:modified>
</cp:coreProperties>
</file>